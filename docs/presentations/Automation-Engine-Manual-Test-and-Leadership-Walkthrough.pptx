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72c0ec7d674cf8" /><Relationship Type="http://schemas.openxmlformats.org/officeDocument/2006/relationships/extended-properties" Target="/docProps/app.xml" Id="R998b11a4ae80413c" /><Relationship Type="http://schemas.openxmlformats.org/officeDocument/2006/relationships/officeDocument" Target="/ppt/presentation.xml" Id="R17e9334f9e084e8c" /></Relationships>
</file>

<file path=ppt/presentation.xml><?xml version="1.0" encoding="utf-8"?>
<p:presentation xmlns:p="http://schemas.openxmlformats.org/presentationml/2006/main">
  <p:sldMasterIdLst>
    <p:sldMasterId xmlns:r="http://schemas.openxmlformats.org/officeDocument/2006/relationships" id="2147483648" r:id="Rcc4cd137c5354c85"/>
  </p:sldMasterIdLst>
  <p:notesMasterIdLst>
    <p:notesMasterId xmlns:r="http://schemas.openxmlformats.org/officeDocument/2006/relationships" r:id="R42a40ca4d8474621"/>
  </p:notesMasterIdLst>
  <p:sldIdLst>
    <p:sldId xmlns:r="http://schemas.openxmlformats.org/officeDocument/2006/relationships" id="256" r:id="Rb473fac25ae24a15"/>
    <p:sldId xmlns:r="http://schemas.openxmlformats.org/officeDocument/2006/relationships" id="257" r:id="Raa980e59c3dc4b59"/>
    <p:sldId xmlns:r="http://schemas.openxmlformats.org/officeDocument/2006/relationships" id="258" r:id="Rb49613d4efed4be7"/>
    <p:sldId xmlns:r="http://schemas.openxmlformats.org/officeDocument/2006/relationships" id="259" r:id="R50dded8875ee47a9"/>
    <p:sldId xmlns:r="http://schemas.openxmlformats.org/officeDocument/2006/relationships" id="260" r:id="Rdffd21b8997e4e14"/>
    <p:sldId xmlns:r="http://schemas.openxmlformats.org/officeDocument/2006/relationships" id="261" r:id="R0d1a1abe5d5d4a00"/>
    <p:sldId xmlns:r="http://schemas.openxmlformats.org/officeDocument/2006/relationships" id="262" r:id="Ra82f997410e84218"/>
    <p:sldId xmlns:r="http://schemas.openxmlformats.org/officeDocument/2006/relationships" id="263" r:id="R8a9f1d5748cd4873"/>
    <p:sldId xmlns:r="http://schemas.openxmlformats.org/officeDocument/2006/relationships" id="264" r:id="R91b05092c3234f93"/>
    <p:sldId xmlns:r="http://schemas.openxmlformats.org/officeDocument/2006/relationships" id="265" r:id="Re1f9bdf0946e4004"/>
    <p:sldId xmlns:r="http://schemas.openxmlformats.org/officeDocument/2006/relationships" id="266" r:id="R9d03735515a6411d"/>
    <p:sldId xmlns:r="http://schemas.openxmlformats.org/officeDocument/2006/relationships" id="267" r:id="Reb738bd85a984e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f69184fb3d4f68" /><Relationship Type="http://schemas.openxmlformats.org/officeDocument/2006/relationships/slideMaster" Target="/ppt/slideMasters/slideMaster1.xml" Id="Rcc4cd137c5354c85" /><Relationship Type="http://schemas.openxmlformats.org/officeDocument/2006/relationships/notesMaster" Target="/ppt/notesMasters/notesMaster1.xml" Id="R42a40ca4d8474621" /><Relationship Type="http://schemas.openxmlformats.org/officeDocument/2006/relationships/presProps" Target="/ppt/presProps.xml" Id="R0ce07188a2a543aa" /><Relationship Type="http://schemas.openxmlformats.org/officeDocument/2006/relationships/tableStyles" Target="/ppt/tableStyles.xml" Id="Rac12a6732ac14a80" /><Relationship Type="http://schemas.openxmlformats.org/officeDocument/2006/relationships/slide" Target="/ppt/slides/slide1.xml" Id="Rb473fac25ae24a15" /><Relationship Type="http://schemas.openxmlformats.org/officeDocument/2006/relationships/slide" Target="/ppt/slides/slide2.xml" Id="Raa980e59c3dc4b59" /><Relationship Type="http://schemas.openxmlformats.org/officeDocument/2006/relationships/slide" Target="/ppt/slides/slide3.xml" Id="Rb49613d4efed4be7" /><Relationship Type="http://schemas.openxmlformats.org/officeDocument/2006/relationships/slide" Target="/ppt/slides/slide4.xml" Id="R50dded8875ee47a9" /><Relationship Type="http://schemas.openxmlformats.org/officeDocument/2006/relationships/slide" Target="/ppt/slides/slide5.xml" Id="Rdffd21b8997e4e14" /><Relationship Type="http://schemas.openxmlformats.org/officeDocument/2006/relationships/slide" Target="/ppt/slides/slide6.xml" Id="R0d1a1abe5d5d4a00" /><Relationship Type="http://schemas.openxmlformats.org/officeDocument/2006/relationships/slide" Target="/ppt/slides/slide7.xml" Id="Ra82f997410e84218" /><Relationship Type="http://schemas.openxmlformats.org/officeDocument/2006/relationships/slide" Target="/ppt/slides/slide8.xml" Id="R8a9f1d5748cd4873" /><Relationship Type="http://schemas.openxmlformats.org/officeDocument/2006/relationships/slide" Target="/ppt/slides/slide9.xml" Id="R91b05092c3234f93" /><Relationship Type="http://schemas.openxmlformats.org/officeDocument/2006/relationships/slide" Target="/ppt/slides/slide10.xml" Id="Re1f9bdf0946e4004" /><Relationship Type="http://schemas.openxmlformats.org/officeDocument/2006/relationships/slide" Target="/ppt/slides/slide11.xml" Id="R9d03735515a6411d" /><Relationship Type="http://schemas.openxmlformats.org/officeDocument/2006/relationships/slide" Target="/ppt/slides/slide12.xml" Id="Reb738bd85a984e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0f534d55c947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e5f039582c4f20" /><Relationship Type="http://schemas.openxmlformats.org/officeDocument/2006/relationships/notesMaster" Target="/ppt/notesMasters/notesMaster1.xml" Id="Ra6407a777de44e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95db390bc34646" /><Relationship Type="http://schemas.openxmlformats.org/officeDocument/2006/relationships/notesMaster" Target="/ppt/notesMasters/notesMaster1.xml" Id="R1e169c33175942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3140699f554762" /><Relationship Type="http://schemas.openxmlformats.org/officeDocument/2006/relationships/notesMaster" Target="/ppt/notesMasters/notesMaster1.xml" Id="Rd1912683a9d841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76a08e75824ece" /><Relationship Type="http://schemas.openxmlformats.org/officeDocument/2006/relationships/notesMaster" Target="/ppt/notesMasters/notesMaster1.xml" Id="Rfc97f2c248aa41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89b7bc1d504165" /><Relationship Type="http://schemas.openxmlformats.org/officeDocument/2006/relationships/notesMaster" Target="/ppt/notesMasters/notesMaster1.xml" Id="R67aa15396b0d4c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87411d3a1143a8" /><Relationship Type="http://schemas.openxmlformats.org/officeDocument/2006/relationships/notesMaster" Target="/ppt/notesMasters/notesMaster1.xml" Id="R8514cd6bb05e4b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36e54470b842fe" /><Relationship Type="http://schemas.openxmlformats.org/officeDocument/2006/relationships/notesMaster" Target="/ppt/notesMasters/notesMaster1.xml" Id="R52aadd7362df42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d25aad115f4600" /><Relationship Type="http://schemas.openxmlformats.org/officeDocument/2006/relationships/notesMaster" Target="/ppt/notesMasters/notesMaster1.xml" Id="R930b760b45a844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1cc916968f433c" /><Relationship Type="http://schemas.openxmlformats.org/officeDocument/2006/relationships/notesMaster" Target="/ppt/notesMasters/notesMaster1.xml" Id="R522e36494ecd4e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b720929fc34ca1" /><Relationship Type="http://schemas.openxmlformats.org/officeDocument/2006/relationships/notesMaster" Target="/ppt/notesMasters/notesMaster1.xml" Id="R82e840d2fa6c4e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d0881ae24447e4" /><Relationship Type="http://schemas.openxmlformats.org/officeDocument/2006/relationships/notesMaster" Target="/ppt/notesMasters/notesMaster1.xml" Id="Red9a2b5d7f5b42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63eff6074a4fde" /><Relationship Type="http://schemas.openxmlformats.org/officeDocument/2006/relationships/notesMaster" Target="/ppt/notesMasters/notesMaster1.xml" Id="R23b4c16152b144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saying this is an event-driven automation engine: define a rule, safely preview it, enable it, then inspect the execution outcome.</a:t>
            </a:r>
          </a:p>
          <a:p xmlns:a="http://schemas.openxmlformats.org/drawingml/2006/main">
            <a:r>
              <a:t/>
            </a:r>
          </a:p>
          <a:p xmlns:a="http://schemas.openxmlformats.org/drawingml/2006/main">
            <a:r>
              <a:t>Repository references: automation-engine-backlog.md; apps/web/features/rule-builder/components/rule-builder.tsx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explanation simple: events enter, rules match, actions execute. The interface exposes both configuration and the execution evidence.</a:t>
            </a:r>
          </a:p>
          <a:p xmlns:a="http://schemas.openxmlformats.org/drawingml/2006/main">
            <a:r>
              <a:t/>
            </a:r>
          </a:p>
          <a:p xmlns:a="http://schemas.openxmlformats.org/drawingml/2006/main">
            <a:r>
              <a:t>Repository references: servers/api/features/automation/automation.routes.ts; servers/api/features/automation/run.execution.ts; apps/web/features/automation-console/automation-console.tsx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A dry run evaluates conditions but does not execute actions or create a run. The live event is a separate step after publish and enable.</a:t>
            </a:r>
          </a:p>
          <a:p xmlns:a="http://schemas.openxmlformats.org/drawingml/2006/main">
            <a:r>
              <a:t/>
            </a:r>
          </a:p>
          <a:p xmlns:a="http://schemas.openxmlformats.org/drawingml/2006/main">
            <a:r>
              <a:t>Repository references: apps/web/features/rule-builder/components/rule-builder.tsx; apps/web/features/automation-console/automation-console.tsx; servers/api/features/automation/automation.routes.ts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Navigate this route map during the walkthrough. Avoid promising workspace settings, members, or integrations; those routes are not part of the current UI.</a:t>
            </a:r>
          </a:p>
          <a:p xmlns:a="http://schemas.openxmlformats.org/drawingml/2006/main">
            <a:r>
              <a:t/>
            </a:r>
          </a:p>
          <a:p xmlns:a="http://schemas.openxmlformats.org/drawingml/2006/main">
            <a:r>
              <a:t>Repository references: apps/web/app/(app); apps/web/features/app-shell/application-shell.tsx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currently active local instance, the UI is on port 3000 and the automation demo API is on 4001. If restarting the demo, check the terminal output because other services may occupy default ports. The token is session-local.</a:t>
            </a:r>
          </a:p>
          <a:p xmlns:a="http://schemas.openxmlformats.org/drawingml/2006/main">
            <a:r>
              <a:t/>
            </a:r>
          </a:p>
          <a:p xmlns:a="http://schemas.openxmlformats.org/drawingml/2006/main">
            <a:r>
              <a:t>Repository references: scripts/local-demo.ps1; servers/api/features/automation/local-demo.ts; apps/web/features/automation-console/connection-fields.tsx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list currently returned five records in an authenticated API check. That is a smoke check; the tester should still verify the controls in the browser.</a:t>
            </a:r>
          </a:p>
          <a:p xmlns:a="http://schemas.openxmlformats.org/drawingml/2006/main">
            <a:r>
              <a:t/>
            </a:r>
          </a:p>
          <a:p xmlns:a="http://schemas.openxmlformats.org/drawingml/2006/main">
            <a:r>
              <a:t>Repository references: apps/web/features/automation-console/automation-console.tsx; servers/api/features/automation/automation.routes.ts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invent unsupported triggers or action types. Use the editor's offered choices. The app describes preview as evaluation without creating a run or invoking actions.</a:t>
            </a:r>
          </a:p>
          <a:p xmlns:a="http://schemas.openxmlformats.org/drawingml/2006/main">
            <a:r>
              <a:t/>
            </a:r>
          </a:p>
          <a:p xmlns:a="http://schemas.openxmlformats.org/drawingml/2006/main">
            <a:r>
              <a:t>Repository references: apps/web/features/rule-builder/components/rule-builder.tsx; apps/web/features/rule-builder/components/trigger-editor.tsx; apps/web/features/automation-console/automation-console.tsx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detail view, publishing requires a current revision and idempotency key. Enable only after publish. The live sample event is separate from dry run. Because the local demo seeds several automations, more than one rule may match the sample.</a:t>
            </a:r>
          </a:p>
          <a:p xmlns:a="http://schemas.openxmlformats.org/drawingml/2006/main">
            <a:r>
              <a:t/>
            </a:r>
          </a:p>
          <a:p xmlns:a="http://schemas.openxmlformats.org/drawingml/2006/main">
            <a:r>
              <a:t>Repository references: apps/web/features/automation-console/automation-console.tsx; servers/api/features/automation/automation.routes.ts; servers/api/features/automation/local-demo.ts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Schedules are timezone-aware. To avoid waiting until tomorrow, select the interval frequency in local demo. Do not treat zero queue/outbox/dead-letter counts as a failure by themselves; inspect whether signals are available and whether a recent run completed.</a:t>
            </a:r>
          </a:p>
          <a:p xmlns:a="http://schemas.openxmlformats.org/drawingml/2006/main">
            <a:r>
              <a:t/>
            </a:r>
          </a:p>
          <a:p xmlns:a="http://schemas.openxmlformats.org/drawingml/2006/main">
            <a:r>
              <a:t>Repository references: apps/web/features/automation-console/schedule-console.tsx; apps/web/features/automation-console/operations-console.tsx; servers/api/features/automation/schedule.routes.ts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notification adapter records a local result and does not send externally. Still use a known failed run for retry/replay, because replay can repeat effects in other environments. Record the exact run ID and reason for audit evidence.</a:t>
            </a:r>
          </a:p>
          <a:p xmlns:a="http://schemas.openxmlformats.org/drawingml/2006/main">
            <a:r>
              <a:t/>
            </a:r>
          </a:p>
          <a:p xmlns:a="http://schemas.openxmlformats.org/drawingml/2006/main">
            <a:r>
              <a:t>Repository references: apps/web/features/automation-console/automation-console.tsx; servers/api/features/automation/run.recovery.service.ts; servers/api/features/automation/local-demo.ts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blank test tracker, not a claim that all cases passed. Keep a record of EXPECTED RESULT versus actual behavior and mark unsupported prerequisites as not tested.</a:t>
            </a:r>
          </a:p>
          <a:p xmlns:a="http://schemas.openxmlformats.org/drawingml/2006/main">
            <a:r>
              <a:t/>
            </a:r>
          </a:p>
          <a:p xmlns:a="http://schemas.openxmlformats.org/drawingml/2006/main">
            <a:r>
              <a:t>Repository references: docs/architecture/readiness-audit-2026-10-20.md; apps/web/tests/integration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honest: the UI and local demo demonstrate the workflow; they do not prove production readiness. The readiness audit lists platform authentication, worker/scheduler composition, production adapters, and target infrastructure verification as remaining integration work.</a:t>
            </a:r>
          </a:p>
          <a:p xmlns:a="http://schemas.openxmlformats.org/drawingml/2006/main">
            <a:r>
              <a:t/>
            </a:r>
          </a:p>
          <a:p xmlns:a="http://schemas.openxmlformats.org/drawingml/2006/main">
            <a:r>
              <a:t>Repository references: docs/architecture/readiness-audit-2026-10-20.md; servers/api/features/automation/local-demo.ts; apps/web/features/automation-console/automation-console.tsx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2f67fb5c434a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43da358f7645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a8d05236b548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26870cebb443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e02f46c49648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acbad1c77f48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41DC97-0D1D-4F97-AF30-5201475E48D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43FD34-3978-4BCC-865E-A96A25F0CC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ACCC3B-F5E6-4783-BA92-A0E814C7824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CFC175-1D41-4E82-8B3E-BD1EE60228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ABDD99-C823-456D-A873-97FD9B1C128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3F9D25-660C-4DB8-B607-53739ECFDC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786036-D94E-48EA-9960-AE1A980CAB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19461C-2E3B-44E0-83B4-5A13F42DFD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20B309-BEF7-4D17-8F41-EACCF61A5E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A8382C-49C2-4CD8-A4D0-8BBA6F3777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00af8c9bc54b8c" /><Relationship Type="http://schemas.openxmlformats.org/officeDocument/2006/relationships/slideLayout" Target="/ppt/slideLayouts/slideLayout1.xml" Id="Re40e10d64984460a" /><Relationship Type="http://schemas.openxmlformats.org/officeDocument/2006/relationships/slideLayout" Target="/ppt/slideLayouts/slideLayout2.xml" Id="R724b7e0acbf4426a" /><Relationship Type="http://schemas.openxmlformats.org/officeDocument/2006/relationships/slideLayout" Target="/ppt/slideLayouts/slideLayout3.xml" Id="Red9490bfb8db4357" /><Relationship Type="http://schemas.openxmlformats.org/officeDocument/2006/relationships/slideLayout" Target="/ppt/slideLayouts/slideLayout4.xml" Id="R5e00b825dae94108" /><Relationship Type="http://schemas.openxmlformats.org/officeDocument/2006/relationships/slideLayout" Target="/ppt/slideLayouts/slideLayout5.xml" Id="Rec227ed55d9b436d" /><Relationship Type="http://schemas.openxmlformats.org/officeDocument/2006/relationships/slideLayout" Target="/ppt/slideLayouts/slideLayout6.xml" Id="R47abbbfaf72346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0e10d64984460a"/>
    <p:sldLayoutId xmlns:r="http://schemas.openxmlformats.org/officeDocument/2006/relationships" id="2147483650" r:id="R724b7e0acbf4426a"/>
    <p:sldLayoutId xmlns:r="http://schemas.openxmlformats.org/officeDocument/2006/relationships" id="2147483651" r:id="Red9490bfb8db4357"/>
    <p:sldLayoutId xmlns:r="http://schemas.openxmlformats.org/officeDocument/2006/relationships" id="2147483652" r:id="R5e00b825dae94108"/>
    <p:sldLayoutId xmlns:r="http://schemas.openxmlformats.org/officeDocument/2006/relationships" id="2147483653" r:id="Rec227ed55d9b436d"/>
    <p:sldLayoutId xmlns:r="http://schemas.openxmlformats.org/officeDocument/2006/relationships" id="2147483654" r:id="R47abbbfaf72346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5af224d0ba425c" /><Relationship Type="http://schemas.openxmlformats.org/officeDocument/2006/relationships/notesSlide" Target="/ppt/notesSlides/notesSlide1.xml" Id="R56078c5156fe49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c93f66026d4f21" /><Relationship Type="http://schemas.openxmlformats.org/officeDocument/2006/relationships/notesSlide" Target="/ppt/notesSlides/notesSlide2.xml" Id="Rffce9df61ca948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ba6e8019974c07" /><Relationship Type="http://schemas.openxmlformats.org/officeDocument/2006/relationships/notesSlide" Target="/ppt/notesSlides/notesSlide3.xml" Id="R03e255a6ca134c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fe5f7c9a9d45b1" /><Relationship Type="http://schemas.openxmlformats.org/officeDocument/2006/relationships/notesSlide" Target="/ppt/notesSlides/notesSlide4.xml" Id="Rbf94172f6ef84d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f708c938a2749fd" /><Relationship Type="http://schemas.openxmlformats.org/officeDocument/2006/relationships/notesSlide" Target="/ppt/notesSlides/notesSlide5.xml" Id="R236abcd6789647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c9fd285be946ef" /><Relationship Type="http://schemas.openxmlformats.org/officeDocument/2006/relationships/notesSlide" Target="/ppt/notesSlides/notesSlide6.xml" Id="R8a3307a419914e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2feb52e17d48aa" /><Relationship Type="http://schemas.openxmlformats.org/officeDocument/2006/relationships/notesSlide" Target="/ppt/notesSlides/notesSlide7.xml" Id="R0fc8f0d2f89f4b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c9287f44c664ee2" /><Relationship Type="http://schemas.openxmlformats.org/officeDocument/2006/relationships/notesSlide" Target="/ppt/notesSlides/notesSlide8.xml" Id="R4f12118a44ac4d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ab5b81c4a7404d" /><Relationship Type="http://schemas.openxmlformats.org/officeDocument/2006/relationships/notesSlide" Target="/ppt/notesSlides/notesSlide9.xml" Id="Rbc60667299064d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52f48098fe84271" /><Relationship Type="http://schemas.openxmlformats.org/officeDocument/2006/relationships/notesSlide" Target="/ppt/notesSlides/notesSlide10.xml" Id="Ra9dea711239f4e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a4eddca72f94d54" /><Relationship Type="http://schemas.openxmlformats.org/officeDocument/2006/relationships/notesSlide" Target="/ppt/notesSlides/notesSlide11.xml" Id="R3c8d15ac73ae4b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4c2c4f85c614302" /><Relationship Type="http://schemas.openxmlformats.org/officeDocument/2006/relationships/notesSlide" Target="/ppt/notesSlides/notesSlide12.xml" Id="Ra186465b3c3340c8" /></Relationships>
</file>

<file path=ppt/slides/slide1.xml><?xml version="1.0" encoding="utf-8"?>
<p:sld xmlns:p="http://schemas.openxmlformats.org/presentationml/2006/main">
  <p:cSld>
    <p:bg>
      <p:bgPr>
        <a:solidFill xmlns:a="http://schemas.openxmlformats.org/drawingml/2006/main">
          <a:srgbClr val="191A3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19F4AAD-DD54-40E9-93CE-08257D65D4D8}"/>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3F70A50-4835-4F0C-933D-6E8BAABAF000}"/>
              </a:ext>
            </a:extLst>
          </p:cNvPr>
          <p:cNvSpPr>
            <a:spLocks xmlns:a="http://schemas.openxmlformats.org/drawingml/2006/main" noGrp="1"/>
          </p:cNvSpPr>
          <p:nvPr/>
        </p:nvSpPr>
        <p:spPr>
          <a:xfrm xmlns:a="http://schemas.openxmlformats.org/drawingml/2006/main">
            <a:off x="8572500" y="-762000"/>
            <a:ext cx="4476750" cy="4476750"/>
          </a:xfrm>
          <a:prstGeom xmlns:a="http://schemas.openxmlformats.org/drawingml/2006/main" prst="ellipse">
            <a:avLst/>
          </a:prstGeom>
          <a:solidFill xmlns:a="http://schemas.openxmlformats.org/drawingml/2006/main">
            <a:srgbClr val="2426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BD34F6-9A47-4F63-9691-5887DDBDC6FC}"/>
              </a:ext>
            </a:extLst>
          </p:cNvPr>
          <p:cNvSpPr>
            <a:spLocks xmlns:a="http://schemas.openxmlformats.org/drawingml/2006/main" noGrp="1"/>
          </p:cNvSpPr>
          <p:nvPr/>
        </p:nvSpPr>
        <p:spPr>
          <a:xfrm xmlns:a="http://schemas.openxmlformats.org/drawingml/2006/main">
            <a:off x="9667875" y="342900"/>
            <a:ext cx="2238375" cy="2238375"/>
          </a:xfrm>
          <a:prstGeom xmlns:a="http://schemas.openxmlformats.org/drawingml/2006/main" prst="ellipse">
            <a:avLst/>
          </a:prstGeom>
          <a:solidFill xmlns:a="http://schemas.openxmlformats.org/drawingml/2006/main">
            <a:srgbClr val="302E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FA1DEC0-6E4B-46CA-9B10-91247990C045}"/>
              </a:ext>
            </a:extLst>
          </p:cNvPr>
          <p:cNvSpPr>
            <a:spLocks xmlns:a="http://schemas.openxmlformats.org/drawingml/2006/main" noGrp="1"/>
          </p:cNvSpPr>
          <p:nvPr/>
        </p:nvSpPr>
        <p:spPr>
          <a:xfrm xmlns:a="http://schemas.openxmlformats.org/drawingml/2006/main">
            <a:off x="723900" y="876300"/>
            <a:ext cx="8763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A489229-30F5-48FC-A273-709D295ACB2B}"/>
              </a:ext>
            </a:extLst>
          </p:cNvPr>
          <p:cNvSpPr>
            <a:spLocks xmlns:a="http://schemas.openxmlformats.org/drawingml/2006/main" noGrp="1"/>
          </p:cNvSpPr>
          <p:nvPr/>
        </p:nvSpPr>
        <p:spPr>
          <a:xfrm xmlns:a="http://schemas.openxmlformats.org/drawingml/2006/main">
            <a:off x="723900" y="11620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6C5FF"/>
                </a:solidFill>
                <a:latin typeface="Segoe UI"/>
                <a:ea typeface="Segoe UI"/>
                <a:cs typeface="Segoe UI"/>
              </a:defRPr>
            </a:defPPr>
            <a:lvl1pPr algn="l">
              <a:defRPr sz="1050" b="1">
                <a:solidFill>
                  <a:srgbClr val="C6C5FF"/>
                </a:solidFill>
                <a:latin typeface="Segoe UI"/>
                <a:ea typeface="Segoe UI"/>
                <a:cs typeface="Segoe UI"/>
              </a:defRPr>
            </a:lvl1pPr>
            <a:lvl2pPr algn="l">
              <a:defRPr sz="1050" b="1">
                <a:solidFill>
                  <a:srgbClr val="C6C5FF"/>
                </a:solidFill>
                <a:latin typeface="Segoe UI"/>
                <a:ea typeface="Segoe UI"/>
                <a:cs typeface="Segoe UI"/>
              </a:defRPr>
            </a:lvl2pPr>
            <a:lvl3pPr algn="l">
              <a:defRPr sz="1050" b="1">
                <a:solidFill>
                  <a:srgbClr val="C6C5FF"/>
                </a:solidFill>
                <a:latin typeface="Segoe UI"/>
                <a:ea typeface="Segoe UI"/>
                <a:cs typeface="Segoe UI"/>
              </a:defRPr>
            </a:lvl3pPr>
            <a:lvl4pPr algn="l">
              <a:defRPr sz="1050" b="1">
                <a:solidFill>
                  <a:srgbClr val="C6C5FF"/>
                </a:solidFill>
                <a:latin typeface="Segoe UI"/>
                <a:ea typeface="Segoe UI"/>
                <a:cs typeface="Segoe UI"/>
              </a:defRPr>
            </a:lvl4pPr>
            <a:lvl5pPr algn="l">
              <a:defRPr sz="1050" b="1">
                <a:solidFill>
                  <a:srgbClr val="C6C5FF"/>
                </a:solidFill>
                <a:latin typeface="Segoe UI"/>
                <a:ea typeface="Segoe UI"/>
                <a:cs typeface="Segoe UI"/>
              </a:defRPr>
            </a:lvl5pPr>
            <a:lvl6pPr algn="l">
              <a:defRPr sz="1050" b="1">
                <a:solidFill>
                  <a:srgbClr val="C6C5FF"/>
                </a:solidFill>
                <a:latin typeface="Segoe UI"/>
                <a:ea typeface="Segoe UI"/>
                <a:cs typeface="Segoe UI"/>
              </a:defRPr>
            </a:lvl6pPr>
            <a:lvl7pPr algn="l">
              <a:defRPr sz="1050" b="1">
                <a:solidFill>
                  <a:srgbClr val="C6C5FF"/>
                </a:solidFill>
                <a:latin typeface="Segoe UI"/>
                <a:ea typeface="Segoe UI"/>
                <a:cs typeface="Segoe UI"/>
              </a:defRPr>
            </a:lvl7pPr>
            <a:lvl8pPr algn="l">
              <a:defRPr sz="1050" b="1">
                <a:solidFill>
                  <a:srgbClr val="C6C5FF"/>
                </a:solidFill>
                <a:latin typeface="Segoe UI"/>
                <a:ea typeface="Segoe UI"/>
                <a:cs typeface="Segoe UI"/>
              </a:defRPr>
            </a:lvl8pPr>
            <a:lvl9pPr algn="l">
              <a:defRPr sz="1050" b="1">
                <a:solidFill>
                  <a:srgbClr val="C6C5FF"/>
                </a:solidFill>
                <a:latin typeface="Segoe UI"/>
                <a:ea typeface="Segoe UI"/>
                <a:cs typeface="Segoe UI"/>
              </a:defRPr>
            </a:lvl9pPr>
          </a:lstStyle>
          <a:p xmlns:a="http://schemas.openxmlformats.org/drawingml/2006/main">
            <a:pPr algn="l">
              <a:defRPr sz="1050" b="1">
                <a:solidFill>
                  <a:srgbClr val="C6C5FF"/>
                </a:solidFill>
                <a:latin typeface="Segoe UI"/>
                <a:ea typeface="Segoe UI"/>
                <a:cs typeface="Segoe UI"/>
              </a:defRPr>
            </a:pPr>
            <a:r>
              <a:rPr sz="1050" b="1">
                <a:solidFill>
                  <a:srgbClr val="C6C5FF"/>
                </a:solidFill>
                <a:latin typeface="Segoe UI"/>
                <a:ea typeface="Segoe UI"/>
                <a:cs typeface="Segoe UI"/>
              </a:rPr>
              <a:t>AUTOMATION ENGINE</a:t>
            </a:r>
          </a:p>
        </p:txBody>
      </p:sp>
      <p:sp>
        <p:nvSpPr>
          <p:cNvPr id="6" name="">
            <a:extLst xmlns:a="http://schemas.openxmlformats.org/drawingml/2006/main">
              <a:ext uri="{FF2B5EF4-FFF2-40B4-BE49-F238E27FC236}">
                <a16:creationId xmlns:a16="http://schemas.microsoft.com/office/drawing/2014/main" id="{719B6842-5646-4C81-80C7-5858A1B59BB3}"/>
              </a:ext>
            </a:extLst>
          </p:cNvPr>
          <p:cNvSpPr>
            <a:spLocks xmlns:a="http://schemas.openxmlformats.org/drawingml/2006/main" noGrp="1"/>
          </p:cNvSpPr>
          <p:nvPr/>
        </p:nvSpPr>
        <p:spPr>
          <a:xfrm xmlns:a="http://schemas.openxmlformats.org/drawingml/2006/main">
            <a:off x="723900" y="1790700"/>
            <a:ext cx="7620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500" b="1">
                <a:solidFill>
                  <a:srgbClr val="FFFFFF"/>
                </a:solidFill>
                <a:latin typeface="Segoe UI"/>
                <a:ea typeface="Segoe UI"/>
                <a:cs typeface="Segoe UI"/>
              </a:defRPr>
            </a:defPPr>
            <a:lvl1pPr algn="l">
              <a:defRPr sz="4500" b="1">
                <a:solidFill>
                  <a:srgbClr val="FFFFFF"/>
                </a:solidFill>
                <a:latin typeface="Segoe UI"/>
                <a:ea typeface="Segoe UI"/>
                <a:cs typeface="Segoe UI"/>
              </a:defRPr>
            </a:lvl1pPr>
            <a:lvl2pPr algn="l">
              <a:defRPr sz="4500" b="1">
                <a:solidFill>
                  <a:srgbClr val="FFFFFF"/>
                </a:solidFill>
                <a:latin typeface="Segoe UI"/>
                <a:ea typeface="Segoe UI"/>
                <a:cs typeface="Segoe UI"/>
              </a:defRPr>
            </a:lvl2pPr>
            <a:lvl3pPr algn="l">
              <a:defRPr sz="4500" b="1">
                <a:solidFill>
                  <a:srgbClr val="FFFFFF"/>
                </a:solidFill>
                <a:latin typeface="Segoe UI"/>
                <a:ea typeface="Segoe UI"/>
                <a:cs typeface="Segoe UI"/>
              </a:defRPr>
            </a:lvl3pPr>
            <a:lvl4pPr algn="l">
              <a:defRPr sz="4500" b="1">
                <a:solidFill>
                  <a:srgbClr val="FFFFFF"/>
                </a:solidFill>
                <a:latin typeface="Segoe UI"/>
                <a:ea typeface="Segoe UI"/>
                <a:cs typeface="Segoe UI"/>
              </a:defRPr>
            </a:lvl4pPr>
            <a:lvl5pPr algn="l">
              <a:defRPr sz="4500" b="1">
                <a:solidFill>
                  <a:srgbClr val="FFFFFF"/>
                </a:solidFill>
                <a:latin typeface="Segoe UI"/>
                <a:ea typeface="Segoe UI"/>
                <a:cs typeface="Segoe UI"/>
              </a:defRPr>
            </a:lvl5pPr>
            <a:lvl6pPr algn="l">
              <a:defRPr sz="4500" b="1">
                <a:solidFill>
                  <a:srgbClr val="FFFFFF"/>
                </a:solidFill>
                <a:latin typeface="Segoe UI"/>
                <a:ea typeface="Segoe UI"/>
                <a:cs typeface="Segoe UI"/>
              </a:defRPr>
            </a:lvl6pPr>
            <a:lvl7pPr algn="l">
              <a:defRPr sz="4500" b="1">
                <a:solidFill>
                  <a:srgbClr val="FFFFFF"/>
                </a:solidFill>
                <a:latin typeface="Segoe UI"/>
                <a:ea typeface="Segoe UI"/>
                <a:cs typeface="Segoe UI"/>
              </a:defRPr>
            </a:lvl7pPr>
            <a:lvl8pPr algn="l">
              <a:defRPr sz="4500" b="1">
                <a:solidFill>
                  <a:srgbClr val="FFFFFF"/>
                </a:solidFill>
                <a:latin typeface="Segoe UI"/>
                <a:ea typeface="Segoe UI"/>
                <a:cs typeface="Segoe UI"/>
              </a:defRPr>
            </a:lvl8pPr>
            <a:lvl9pPr algn="l">
              <a:defRPr sz="4500" b="1">
                <a:solidFill>
                  <a:srgbClr val="FFFFFF"/>
                </a:solidFill>
                <a:latin typeface="Segoe UI"/>
                <a:ea typeface="Segoe UI"/>
                <a:cs typeface="Segoe UI"/>
              </a:defRPr>
            </a:lvl9pPr>
          </a:lstStyle>
          <a:p xmlns:a="http://schemas.openxmlformats.org/drawingml/2006/main">
            <a:pPr algn="l">
              <a:defRPr sz="4500" b="1">
                <a:solidFill>
                  <a:srgbClr val="FFFFFF"/>
                </a:solidFill>
                <a:latin typeface="Segoe UI"/>
                <a:ea typeface="Segoe UI"/>
                <a:cs typeface="Segoe UI"/>
              </a:defRPr>
            </a:pPr>
            <a:r>
              <a:rPr sz="4500" b="1">
                <a:solidFill>
                  <a:srgbClr val="FFFFFF"/>
                </a:solidFill>
                <a:latin typeface="Segoe UI"/>
                <a:ea typeface="Segoe UI"/>
                <a:cs typeface="Segoe UI"/>
              </a:rPr>
              <a:t>Build once.</a:t>
            </a:r>
          </a:p>
          <a:p xmlns:a="http://schemas.openxmlformats.org/drawingml/2006/main">
            <a:pPr algn="l">
              <a:defRPr sz="4500" b="1">
                <a:solidFill>
                  <a:srgbClr val="FFFFFF"/>
                </a:solidFill>
                <a:latin typeface="Segoe UI"/>
                <a:ea typeface="Segoe UI"/>
                <a:cs typeface="Segoe UI"/>
              </a:defRPr>
            </a:pPr>
            <a:r>
              <a:rPr sz="4500" b="1">
                <a:solidFill>
                  <a:srgbClr val="FFFFFF"/>
                </a:solidFill>
                <a:latin typeface="Segoe UI"/>
                <a:ea typeface="Segoe UI"/>
                <a:cs typeface="Segoe UI"/>
              </a:rPr>
              <a:t>Run reliably.</a:t>
            </a:r>
          </a:p>
        </p:txBody>
      </p:sp>
      <p:sp>
        <p:nvSpPr>
          <p:cNvPr id="7" name="">
            <a:extLst xmlns:a="http://schemas.openxmlformats.org/drawingml/2006/main">
              <a:ext uri="{FF2B5EF4-FFF2-40B4-BE49-F238E27FC236}">
                <a16:creationId xmlns:a16="http://schemas.microsoft.com/office/drawing/2014/main" id="{5AF8B9E0-8ED5-4756-BE00-909228F38C89}"/>
              </a:ext>
            </a:extLst>
          </p:cNvPr>
          <p:cNvSpPr>
            <a:spLocks xmlns:a="http://schemas.openxmlformats.org/drawingml/2006/main" noGrp="1"/>
          </p:cNvSpPr>
          <p:nvPr/>
        </p:nvSpPr>
        <p:spPr>
          <a:xfrm xmlns:a="http://schemas.openxmlformats.org/drawingml/2006/main">
            <a:off x="762000" y="3886200"/>
            <a:ext cx="666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D2D3E5"/>
                </a:solidFill>
                <a:latin typeface="Segoe UI"/>
                <a:ea typeface="Segoe UI"/>
                <a:cs typeface="Segoe UI"/>
              </a:defRPr>
            </a:defPPr>
            <a:lvl1pPr algn="l">
              <a:defRPr sz="1875" b="0">
                <a:solidFill>
                  <a:srgbClr val="D2D3E5"/>
                </a:solidFill>
                <a:latin typeface="Segoe UI"/>
                <a:ea typeface="Segoe UI"/>
                <a:cs typeface="Segoe UI"/>
              </a:defRPr>
            </a:lvl1pPr>
            <a:lvl2pPr algn="l">
              <a:defRPr sz="1875" b="0">
                <a:solidFill>
                  <a:srgbClr val="D2D3E5"/>
                </a:solidFill>
                <a:latin typeface="Segoe UI"/>
                <a:ea typeface="Segoe UI"/>
                <a:cs typeface="Segoe UI"/>
              </a:defRPr>
            </a:lvl2pPr>
            <a:lvl3pPr algn="l">
              <a:defRPr sz="1875" b="0">
                <a:solidFill>
                  <a:srgbClr val="D2D3E5"/>
                </a:solidFill>
                <a:latin typeface="Segoe UI"/>
                <a:ea typeface="Segoe UI"/>
                <a:cs typeface="Segoe UI"/>
              </a:defRPr>
            </a:lvl3pPr>
            <a:lvl4pPr algn="l">
              <a:defRPr sz="1875" b="0">
                <a:solidFill>
                  <a:srgbClr val="D2D3E5"/>
                </a:solidFill>
                <a:latin typeface="Segoe UI"/>
                <a:ea typeface="Segoe UI"/>
                <a:cs typeface="Segoe UI"/>
              </a:defRPr>
            </a:lvl4pPr>
            <a:lvl5pPr algn="l">
              <a:defRPr sz="1875" b="0">
                <a:solidFill>
                  <a:srgbClr val="D2D3E5"/>
                </a:solidFill>
                <a:latin typeface="Segoe UI"/>
                <a:ea typeface="Segoe UI"/>
                <a:cs typeface="Segoe UI"/>
              </a:defRPr>
            </a:lvl5pPr>
            <a:lvl6pPr algn="l">
              <a:defRPr sz="1875" b="0">
                <a:solidFill>
                  <a:srgbClr val="D2D3E5"/>
                </a:solidFill>
                <a:latin typeface="Segoe UI"/>
                <a:ea typeface="Segoe UI"/>
                <a:cs typeface="Segoe UI"/>
              </a:defRPr>
            </a:lvl6pPr>
            <a:lvl7pPr algn="l">
              <a:defRPr sz="1875" b="0">
                <a:solidFill>
                  <a:srgbClr val="D2D3E5"/>
                </a:solidFill>
                <a:latin typeface="Segoe UI"/>
                <a:ea typeface="Segoe UI"/>
                <a:cs typeface="Segoe UI"/>
              </a:defRPr>
            </a:lvl7pPr>
            <a:lvl8pPr algn="l">
              <a:defRPr sz="1875" b="0">
                <a:solidFill>
                  <a:srgbClr val="D2D3E5"/>
                </a:solidFill>
                <a:latin typeface="Segoe UI"/>
                <a:ea typeface="Segoe UI"/>
                <a:cs typeface="Segoe UI"/>
              </a:defRPr>
            </a:lvl8pPr>
            <a:lvl9pPr algn="l">
              <a:defRPr sz="1875" b="0">
                <a:solidFill>
                  <a:srgbClr val="D2D3E5"/>
                </a:solidFill>
                <a:latin typeface="Segoe UI"/>
                <a:ea typeface="Segoe UI"/>
                <a:cs typeface="Segoe UI"/>
              </a:defRPr>
            </a:lvl9pPr>
          </a:lstStyle>
          <a:p xmlns:a="http://schemas.openxmlformats.org/drawingml/2006/main">
            <a:pPr algn="l">
              <a:defRPr sz="1875" b="0">
                <a:solidFill>
                  <a:srgbClr val="D2D3E5"/>
                </a:solidFill>
                <a:latin typeface="Segoe UI"/>
                <a:ea typeface="Segoe UI"/>
                <a:cs typeface="Segoe UI"/>
              </a:defRPr>
            </a:pPr>
            <a:r>
              <a:rPr sz="1875" b="0">
                <a:solidFill>
                  <a:srgbClr val="D2D3E5"/>
                </a:solidFill>
                <a:latin typeface="Segoe UI"/>
                <a:ea typeface="Segoe UI"/>
                <a:cs typeface="Segoe UI"/>
              </a:rPr>
              <a:t>Product walkthrough, end-to-end workflow</a:t>
            </a:r>
          </a:p>
          <a:p xmlns:a="http://schemas.openxmlformats.org/drawingml/2006/main">
            <a:pPr algn="l">
              <a:defRPr sz="1875" b="0">
                <a:solidFill>
                  <a:srgbClr val="D2D3E5"/>
                </a:solidFill>
                <a:latin typeface="Segoe UI"/>
                <a:ea typeface="Segoe UI"/>
                <a:cs typeface="Segoe UI"/>
              </a:defRPr>
            </a:pPr>
            <a:r>
              <a:rPr sz="1875" b="0">
                <a:solidFill>
                  <a:srgbClr val="D2D3E5"/>
                </a:solidFill>
                <a:latin typeface="Segoe UI"/>
                <a:ea typeface="Segoe UI"/>
                <a:cs typeface="Segoe UI"/>
              </a:rPr>
              <a:t>and manual test guide</a:t>
            </a:r>
          </a:p>
        </p:txBody>
      </p:sp>
      <p:sp>
        <p:nvSpPr>
          <p:cNvPr id="8" name="">
            <a:extLst xmlns:a="http://schemas.openxmlformats.org/drawingml/2006/main">
              <a:ext uri="{FF2B5EF4-FFF2-40B4-BE49-F238E27FC236}">
                <a16:creationId xmlns:a16="http://schemas.microsoft.com/office/drawing/2014/main" id="{1FDBE93A-3DF1-4EBF-A2F5-BA4105D51C80}"/>
              </a:ext>
            </a:extLst>
          </p:cNvPr>
          <p:cNvSpPr>
            <a:spLocks xmlns:a="http://schemas.openxmlformats.org/drawingml/2006/main" noGrp="1"/>
          </p:cNvSpPr>
          <p:nvPr/>
        </p:nvSpPr>
        <p:spPr>
          <a:xfrm xmlns:a="http://schemas.openxmlformats.org/drawingml/2006/main">
            <a:off x="762000" y="5353050"/>
            <a:ext cx="66675" cy="476250"/>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68981F8-02EF-4EA3-85F5-E2BE26112701}"/>
              </a:ext>
            </a:extLst>
          </p:cNvPr>
          <p:cNvSpPr>
            <a:spLocks xmlns:a="http://schemas.openxmlformats.org/drawingml/2006/main" noGrp="1"/>
          </p:cNvSpPr>
          <p:nvPr/>
        </p:nvSpPr>
        <p:spPr>
          <a:xfrm xmlns:a="http://schemas.openxmlformats.org/drawingml/2006/main">
            <a:off x="1000125" y="5353050"/>
            <a:ext cx="400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FFFFF"/>
                </a:solidFill>
                <a:latin typeface="Segoe UI"/>
                <a:ea typeface="Segoe UI"/>
                <a:cs typeface="Segoe UI"/>
              </a:defRPr>
            </a:defPPr>
            <a:lvl1pPr algn="l">
              <a:defRPr sz="1200" b="1">
                <a:solidFill>
                  <a:srgbClr val="FFFFFF"/>
                </a:solidFill>
                <a:latin typeface="Segoe UI"/>
                <a:ea typeface="Segoe UI"/>
                <a:cs typeface="Segoe UI"/>
              </a:defRPr>
            </a:lvl1pPr>
            <a:lvl2pPr algn="l">
              <a:defRPr sz="1200" b="1">
                <a:solidFill>
                  <a:srgbClr val="FFFFFF"/>
                </a:solidFill>
                <a:latin typeface="Segoe UI"/>
                <a:ea typeface="Segoe UI"/>
                <a:cs typeface="Segoe UI"/>
              </a:defRPr>
            </a:lvl2pPr>
            <a:lvl3pPr algn="l">
              <a:defRPr sz="1200" b="1">
                <a:solidFill>
                  <a:srgbClr val="FFFFFF"/>
                </a:solidFill>
                <a:latin typeface="Segoe UI"/>
                <a:ea typeface="Segoe UI"/>
                <a:cs typeface="Segoe UI"/>
              </a:defRPr>
            </a:lvl3pPr>
            <a:lvl4pPr algn="l">
              <a:defRPr sz="1200" b="1">
                <a:solidFill>
                  <a:srgbClr val="FFFFFF"/>
                </a:solidFill>
                <a:latin typeface="Segoe UI"/>
                <a:ea typeface="Segoe UI"/>
                <a:cs typeface="Segoe UI"/>
              </a:defRPr>
            </a:lvl4pPr>
            <a:lvl5pPr algn="l">
              <a:defRPr sz="1200" b="1">
                <a:solidFill>
                  <a:srgbClr val="FFFFFF"/>
                </a:solidFill>
                <a:latin typeface="Segoe UI"/>
                <a:ea typeface="Segoe UI"/>
                <a:cs typeface="Segoe UI"/>
              </a:defRPr>
            </a:lvl5pPr>
            <a:lvl6pPr algn="l">
              <a:defRPr sz="1200" b="1">
                <a:solidFill>
                  <a:srgbClr val="FFFFFF"/>
                </a:solidFill>
                <a:latin typeface="Segoe UI"/>
                <a:ea typeface="Segoe UI"/>
                <a:cs typeface="Segoe UI"/>
              </a:defRPr>
            </a:lvl6pPr>
            <a:lvl7pPr algn="l">
              <a:defRPr sz="1200" b="1">
                <a:solidFill>
                  <a:srgbClr val="FFFFFF"/>
                </a:solidFill>
                <a:latin typeface="Segoe UI"/>
                <a:ea typeface="Segoe UI"/>
                <a:cs typeface="Segoe UI"/>
              </a:defRPr>
            </a:lvl7pPr>
            <a:lvl8pPr algn="l">
              <a:defRPr sz="1200" b="1">
                <a:solidFill>
                  <a:srgbClr val="FFFFFF"/>
                </a:solidFill>
                <a:latin typeface="Segoe UI"/>
                <a:ea typeface="Segoe UI"/>
                <a:cs typeface="Segoe UI"/>
              </a:defRPr>
            </a:lvl8pPr>
            <a:lvl9pPr algn="l">
              <a:defRPr sz="1200" b="1">
                <a:solidFill>
                  <a:srgbClr val="FFFFFF"/>
                </a:solidFill>
                <a:latin typeface="Segoe UI"/>
                <a:ea typeface="Segoe UI"/>
                <a:cs typeface="Segoe UI"/>
              </a:defRPr>
            </a:lvl9pPr>
          </a:lstStyle>
          <a:p xmlns:a="http://schemas.openxmlformats.org/drawingml/2006/main">
            <a:pPr algn="l">
              <a:defRPr sz="1200" b="1">
                <a:solidFill>
                  <a:srgbClr val="FFFFFF"/>
                </a:solidFill>
                <a:latin typeface="Segoe UI"/>
                <a:ea typeface="Segoe UI"/>
                <a:cs typeface="Segoe UI"/>
              </a:defRPr>
            </a:pPr>
            <a:r>
              <a:rPr sz="1200" b="1">
                <a:solidFill>
                  <a:srgbClr val="FFFFFF"/>
                </a:solidFill>
                <a:latin typeface="Segoe UI"/>
                <a:ea typeface="Segoe UI"/>
                <a:cs typeface="Segoe UI"/>
              </a:rPr>
              <a:t>For team review</a:t>
            </a:r>
          </a:p>
        </p:txBody>
      </p:sp>
      <p:sp>
        <p:nvSpPr>
          <p:cNvPr id="10" name="">
            <a:extLst xmlns:a="http://schemas.openxmlformats.org/drawingml/2006/main">
              <a:ext uri="{FF2B5EF4-FFF2-40B4-BE49-F238E27FC236}">
                <a16:creationId xmlns:a16="http://schemas.microsoft.com/office/drawing/2014/main" id="{D61369CD-9457-4715-8E0A-A695BD4AF075}"/>
              </a:ext>
            </a:extLst>
          </p:cNvPr>
          <p:cNvSpPr>
            <a:spLocks xmlns:a="http://schemas.openxmlformats.org/drawingml/2006/main" noGrp="1"/>
          </p:cNvSpPr>
          <p:nvPr/>
        </p:nvSpPr>
        <p:spPr>
          <a:xfrm xmlns:a="http://schemas.openxmlformats.org/drawingml/2006/main">
            <a:off x="1000125" y="5600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BFC1D5"/>
                </a:solidFill>
                <a:latin typeface="Segoe UI"/>
                <a:ea typeface="Segoe UI"/>
                <a:cs typeface="Segoe UI"/>
              </a:defRPr>
            </a:defPPr>
            <a:lvl1pPr algn="l">
              <a:defRPr sz="1050" b="0">
                <a:solidFill>
                  <a:srgbClr val="BFC1D5"/>
                </a:solidFill>
                <a:latin typeface="Segoe UI"/>
                <a:ea typeface="Segoe UI"/>
                <a:cs typeface="Segoe UI"/>
              </a:defRPr>
            </a:lvl1pPr>
            <a:lvl2pPr algn="l">
              <a:defRPr sz="1050" b="0">
                <a:solidFill>
                  <a:srgbClr val="BFC1D5"/>
                </a:solidFill>
                <a:latin typeface="Segoe UI"/>
                <a:ea typeface="Segoe UI"/>
                <a:cs typeface="Segoe UI"/>
              </a:defRPr>
            </a:lvl2pPr>
            <a:lvl3pPr algn="l">
              <a:defRPr sz="1050" b="0">
                <a:solidFill>
                  <a:srgbClr val="BFC1D5"/>
                </a:solidFill>
                <a:latin typeface="Segoe UI"/>
                <a:ea typeface="Segoe UI"/>
                <a:cs typeface="Segoe UI"/>
              </a:defRPr>
            </a:lvl3pPr>
            <a:lvl4pPr algn="l">
              <a:defRPr sz="1050" b="0">
                <a:solidFill>
                  <a:srgbClr val="BFC1D5"/>
                </a:solidFill>
                <a:latin typeface="Segoe UI"/>
                <a:ea typeface="Segoe UI"/>
                <a:cs typeface="Segoe UI"/>
              </a:defRPr>
            </a:lvl4pPr>
            <a:lvl5pPr algn="l">
              <a:defRPr sz="1050" b="0">
                <a:solidFill>
                  <a:srgbClr val="BFC1D5"/>
                </a:solidFill>
                <a:latin typeface="Segoe UI"/>
                <a:ea typeface="Segoe UI"/>
                <a:cs typeface="Segoe UI"/>
              </a:defRPr>
            </a:lvl5pPr>
            <a:lvl6pPr algn="l">
              <a:defRPr sz="1050" b="0">
                <a:solidFill>
                  <a:srgbClr val="BFC1D5"/>
                </a:solidFill>
                <a:latin typeface="Segoe UI"/>
                <a:ea typeface="Segoe UI"/>
                <a:cs typeface="Segoe UI"/>
              </a:defRPr>
            </a:lvl6pPr>
            <a:lvl7pPr algn="l">
              <a:defRPr sz="1050" b="0">
                <a:solidFill>
                  <a:srgbClr val="BFC1D5"/>
                </a:solidFill>
                <a:latin typeface="Segoe UI"/>
                <a:ea typeface="Segoe UI"/>
                <a:cs typeface="Segoe UI"/>
              </a:defRPr>
            </a:lvl7pPr>
            <a:lvl8pPr algn="l">
              <a:defRPr sz="1050" b="0">
                <a:solidFill>
                  <a:srgbClr val="BFC1D5"/>
                </a:solidFill>
                <a:latin typeface="Segoe UI"/>
                <a:ea typeface="Segoe UI"/>
                <a:cs typeface="Segoe UI"/>
              </a:defRPr>
            </a:lvl8pPr>
            <a:lvl9pPr algn="l">
              <a:defRPr sz="1050" b="0">
                <a:solidFill>
                  <a:srgbClr val="BFC1D5"/>
                </a:solidFill>
                <a:latin typeface="Segoe UI"/>
                <a:ea typeface="Segoe UI"/>
                <a:cs typeface="Segoe UI"/>
              </a:defRPr>
            </a:lvl9pPr>
          </a:lstStyle>
          <a:p xmlns:a="http://schemas.openxmlformats.org/drawingml/2006/main">
            <a:pPr algn="l">
              <a:defRPr sz="1050" b="0">
                <a:solidFill>
                  <a:srgbClr val="BFC1D5"/>
                </a:solidFill>
                <a:latin typeface="Segoe UI"/>
                <a:ea typeface="Segoe UI"/>
                <a:cs typeface="Segoe UI"/>
              </a:defRPr>
            </a:pPr>
            <a:r>
              <a:rPr sz="1050" b="0">
                <a:solidFill>
                  <a:srgbClr val="BFC1D5"/>
                </a:solidFill>
                <a:latin typeface="Segoe UI"/>
                <a:ea typeface="Segoe UI"/>
                <a:cs typeface="Segoe UI"/>
              </a:rPr>
              <a:t>Local demo scope · October 2026</a:t>
            </a:r>
          </a:p>
        </p:txBody>
      </p:sp>
    </p:spTree>
    <p:extLst>
      <p:ext uri="{BB962C8B-B14F-4D97-AF65-F5344CB8AC3E}">
        <p14:creationId xmlns:p14="http://schemas.microsoft.com/office/powerpoint/2010/main" val="2030658648"/>
      </p:ext>
    </p:extLst>
  </p:cSld>
</p:sld>
</file>

<file path=ppt/slides/slide2.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EA82156-410E-4B0E-9688-DDCC240C652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04135A-A27D-4D1B-A9C2-1DAD19500B54}"/>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PRODUCT</a:t>
            </a:r>
          </a:p>
        </p:txBody>
      </p:sp>
      <p:sp>
        <p:nvSpPr>
          <p:cNvPr id="3" name="">
            <a:extLst xmlns:a="http://schemas.openxmlformats.org/drawingml/2006/main">
              <a:ext uri="{FF2B5EF4-FFF2-40B4-BE49-F238E27FC236}">
                <a16:creationId xmlns:a16="http://schemas.microsoft.com/office/drawing/2014/main" id="{5AD448CE-9A2C-45D0-A6A8-711475192D85}"/>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What the engine automates</a:t>
            </a:r>
          </a:p>
        </p:txBody>
      </p:sp>
      <p:sp>
        <p:nvSpPr>
          <p:cNvPr id="4" name="">
            <a:extLst xmlns:a="http://schemas.openxmlformats.org/drawingml/2006/main">
              <a:ext uri="{FF2B5EF4-FFF2-40B4-BE49-F238E27FC236}">
                <a16:creationId xmlns:a16="http://schemas.microsoft.com/office/drawing/2014/main" id="{0178AE3E-910F-4105-BCF4-A82B081F5B44}"/>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A rule connects an incoming event to a safe, observable action.</a:t>
            </a:r>
          </a:p>
        </p:txBody>
      </p:sp>
      <p:sp>
        <p:nvSpPr>
          <p:cNvPr id="5" name="">
            <a:extLst xmlns:a="http://schemas.openxmlformats.org/drawingml/2006/main">
              <a:ext uri="{FF2B5EF4-FFF2-40B4-BE49-F238E27FC236}">
                <a16:creationId xmlns:a16="http://schemas.microsoft.com/office/drawing/2014/main" id="{26D888D2-FE41-469F-AA57-079396BA35AD}"/>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2467DC5-7E59-487B-BE8A-3C227FE58335}"/>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2ED72CA6-09B5-46F9-B8E1-7BF9D1FC4414}"/>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02</a:t>
            </a:r>
          </a:p>
        </p:txBody>
      </p:sp>
      <p:sp>
        <p:nvSpPr>
          <p:cNvPr id="8" name="">
            <a:extLst xmlns:a="http://schemas.openxmlformats.org/drawingml/2006/main">
              <a:ext uri="{FF2B5EF4-FFF2-40B4-BE49-F238E27FC236}">
                <a16:creationId xmlns:a16="http://schemas.microsoft.com/office/drawing/2014/main" id="{12FEA078-ABC6-4020-8B93-65086332108F}"/>
              </a:ext>
            </a:extLst>
          </p:cNvPr>
          <p:cNvSpPr>
            <a:spLocks xmlns:a="http://schemas.openxmlformats.org/drawingml/2006/main" noGrp="1"/>
          </p:cNvSpPr>
          <p:nvPr/>
        </p:nvSpPr>
        <p:spPr>
          <a:xfrm xmlns:a="http://schemas.openxmlformats.org/drawingml/2006/main">
            <a:off x="666750" y="2085975"/>
            <a:ext cx="38100" cy="1809750"/>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4CB71D-2067-44EF-8CAC-FE39C054727F}"/>
              </a:ext>
            </a:extLst>
          </p:cNvPr>
          <p:cNvSpPr>
            <a:spLocks xmlns:a="http://schemas.openxmlformats.org/drawingml/2006/main" noGrp="1"/>
          </p:cNvSpPr>
          <p:nvPr/>
        </p:nvSpPr>
        <p:spPr>
          <a:xfrm xmlns:a="http://schemas.openxmlformats.org/drawingml/2006/main">
            <a:off x="876300" y="2133600"/>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655DEB"/>
                </a:solidFill>
                <a:latin typeface="Segoe UI"/>
                <a:ea typeface="Segoe UI"/>
                <a:cs typeface="Segoe UI"/>
              </a:defRPr>
            </a:defPPr>
            <a:lvl1pPr algn="l">
              <a:defRPr sz="1200" b="1">
                <a:solidFill>
                  <a:srgbClr val="655DEB"/>
                </a:solidFill>
                <a:latin typeface="Segoe UI"/>
                <a:ea typeface="Segoe UI"/>
                <a:cs typeface="Segoe UI"/>
              </a:defRPr>
            </a:lvl1pPr>
            <a:lvl2pPr algn="l">
              <a:defRPr sz="1200" b="1">
                <a:solidFill>
                  <a:srgbClr val="655DEB"/>
                </a:solidFill>
                <a:latin typeface="Segoe UI"/>
                <a:ea typeface="Segoe UI"/>
                <a:cs typeface="Segoe UI"/>
              </a:defRPr>
            </a:lvl2pPr>
            <a:lvl3pPr algn="l">
              <a:defRPr sz="1200" b="1">
                <a:solidFill>
                  <a:srgbClr val="655DEB"/>
                </a:solidFill>
                <a:latin typeface="Segoe UI"/>
                <a:ea typeface="Segoe UI"/>
                <a:cs typeface="Segoe UI"/>
              </a:defRPr>
            </a:lvl3pPr>
            <a:lvl4pPr algn="l">
              <a:defRPr sz="1200" b="1">
                <a:solidFill>
                  <a:srgbClr val="655DEB"/>
                </a:solidFill>
                <a:latin typeface="Segoe UI"/>
                <a:ea typeface="Segoe UI"/>
                <a:cs typeface="Segoe UI"/>
              </a:defRPr>
            </a:lvl4pPr>
            <a:lvl5pPr algn="l">
              <a:defRPr sz="1200" b="1">
                <a:solidFill>
                  <a:srgbClr val="655DEB"/>
                </a:solidFill>
                <a:latin typeface="Segoe UI"/>
                <a:ea typeface="Segoe UI"/>
                <a:cs typeface="Segoe UI"/>
              </a:defRPr>
            </a:lvl5pPr>
            <a:lvl6pPr algn="l">
              <a:defRPr sz="1200" b="1">
                <a:solidFill>
                  <a:srgbClr val="655DEB"/>
                </a:solidFill>
                <a:latin typeface="Segoe UI"/>
                <a:ea typeface="Segoe UI"/>
                <a:cs typeface="Segoe UI"/>
              </a:defRPr>
            </a:lvl6pPr>
            <a:lvl7pPr algn="l">
              <a:defRPr sz="1200" b="1">
                <a:solidFill>
                  <a:srgbClr val="655DEB"/>
                </a:solidFill>
                <a:latin typeface="Segoe UI"/>
                <a:ea typeface="Segoe UI"/>
                <a:cs typeface="Segoe UI"/>
              </a:defRPr>
            </a:lvl7pPr>
            <a:lvl8pPr algn="l">
              <a:defRPr sz="1200" b="1">
                <a:solidFill>
                  <a:srgbClr val="655DEB"/>
                </a:solidFill>
                <a:latin typeface="Segoe UI"/>
                <a:ea typeface="Segoe UI"/>
                <a:cs typeface="Segoe UI"/>
              </a:defRPr>
            </a:lvl8pPr>
            <a:lvl9pPr algn="l">
              <a:defRPr sz="1200" b="1">
                <a:solidFill>
                  <a:srgbClr val="655DEB"/>
                </a:solidFill>
                <a:latin typeface="Segoe UI"/>
                <a:ea typeface="Segoe UI"/>
                <a:cs typeface="Segoe UI"/>
              </a:defRPr>
            </a:lvl9pPr>
          </a:lstStyle>
          <a:p xmlns:a="http://schemas.openxmlformats.org/drawingml/2006/main">
            <a:pPr algn="l">
              <a:defRPr sz="1200" b="1">
                <a:solidFill>
                  <a:srgbClr val="655DEB"/>
                </a:solidFill>
                <a:latin typeface="Segoe UI"/>
                <a:ea typeface="Segoe UI"/>
                <a:cs typeface="Segoe UI"/>
              </a:defRPr>
            </a:pPr>
            <a:r>
              <a:rPr sz="1200" b="1">
                <a:solidFill>
                  <a:srgbClr val="655DEB"/>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A7A5D991-E5C8-4309-8A40-4156C8A27205}"/>
              </a:ext>
            </a:extLst>
          </p:cNvPr>
          <p:cNvSpPr>
            <a:spLocks xmlns:a="http://schemas.openxmlformats.org/drawingml/2006/main" noGrp="1"/>
          </p:cNvSpPr>
          <p:nvPr/>
        </p:nvSpPr>
        <p:spPr>
          <a:xfrm xmlns:a="http://schemas.openxmlformats.org/drawingml/2006/main">
            <a:off x="876300" y="250507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171827"/>
                </a:solidFill>
                <a:latin typeface="Segoe UI"/>
                <a:ea typeface="Segoe UI"/>
                <a:cs typeface="Segoe UI"/>
              </a:defRPr>
            </a:defPPr>
            <a:lvl1pPr algn="l">
              <a:defRPr sz="1950" b="1">
                <a:solidFill>
                  <a:srgbClr val="171827"/>
                </a:solidFill>
                <a:latin typeface="Segoe UI"/>
                <a:ea typeface="Segoe UI"/>
                <a:cs typeface="Segoe UI"/>
              </a:defRPr>
            </a:lvl1pPr>
            <a:lvl2pPr algn="l">
              <a:defRPr sz="1950" b="1">
                <a:solidFill>
                  <a:srgbClr val="171827"/>
                </a:solidFill>
                <a:latin typeface="Segoe UI"/>
                <a:ea typeface="Segoe UI"/>
                <a:cs typeface="Segoe UI"/>
              </a:defRPr>
            </a:lvl2pPr>
            <a:lvl3pPr algn="l">
              <a:defRPr sz="1950" b="1">
                <a:solidFill>
                  <a:srgbClr val="171827"/>
                </a:solidFill>
                <a:latin typeface="Segoe UI"/>
                <a:ea typeface="Segoe UI"/>
                <a:cs typeface="Segoe UI"/>
              </a:defRPr>
            </a:lvl3pPr>
            <a:lvl4pPr algn="l">
              <a:defRPr sz="1950" b="1">
                <a:solidFill>
                  <a:srgbClr val="171827"/>
                </a:solidFill>
                <a:latin typeface="Segoe UI"/>
                <a:ea typeface="Segoe UI"/>
                <a:cs typeface="Segoe UI"/>
              </a:defRPr>
            </a:lvl4pPr>
            <a:lvl5pPr algn="l">
              <a:defRPr sz="1950" b="1">
                <a:solidFill>
                  <a:srgbClr val="171827"/>
                </a:solidFill>
                <a:latin typeface="Segoe UI"/>
                <a:ea typeface="Segoe UI"/>
                <a:cs typeface="Segoe UI"/>
              </a:defRPr>
            </a:lvl5pPr>
            <a:lvl6pPr algn="l">
              <a:defRPr sz="1950" b="1">
                <a:solidFill>
                  <a:srgbClr val="171827"/>
                </a:solidFill>
                <a:latin typeface="Segoe UI"/>
                <a:ea typeface="Segoe UI"/>
                <a:cs typeface="Segoe UI"/>
              </a:defRPr>
            </a:lvl6pPr>
            <a:lvl7pPr algn="l">
              <a:defRPr sz="1950" b="1">
                <a:solidFill>
                  <a:srgbClr val="171827"/>
                </a:solidFill>
                <a:latin typeface="Segoe UI"/>
                <a:ea typeface="Segoe UI"/>
                <a:cs typeface="Segoe UI"/>
              </a:defRPr>
            </a:lvl7pPr>
            <a:lvl8pPr algn="l">
              <a:defRPr sz="1950" b="1">
                <a:solidFill>
                  <a:srgbClr val="171827"/>
                </a:solidFill>
                <a:latin typeface="Segoe UI"/>
                <a:ea typeface="Segoe UI"/>
                <a:cs typeface="Segoe UI"/>
              </a:defRPr>
            </a:lvl8pPr>
            <a:lvl9pPr algn="l">
              <a:defRPr sz="1950" b="1">
                <a:solidFill>
                  <a:srgbClr val="171827"/>
                </a:solidFill>
                <a:latin typeface="Segoe UI"/>
                <a:ea typeface="Segoe UI"/>
                <a:cs typeface="Segoe UI"/>
              </a:defRPr>
            </a:lvl9pPr>
          </a:lstStyle>
          <a:p xmlns:a="http://schemas.openxmlformats.org/drawingml/2006/main">
            <a:pPr algn="l">
              <a:defRPr sz="1950" b="1">
                <a:solidFill>
                  <a:srgbClr val="171827"/>
                </a:solidFill>
                <a:latin typeface="Segoe UI"/>
                <a:ea typeface="Segoe UI"/>
                <a:cs typeface="Segoe UI"/>
              </a:defRPr>
            </a:pPr>
            <a:r>
              <a:rPr sz="1950" b="1">
                <a:solidFill>
                  <a:srgbClr val="171827"/>
                </a:solidFill>
                <a:latin typeface="Segoe UI"/>
                <a:ea typeface="Segoe UI"/>
                <a:cs typeface="Segoe UI"/>
              </a:rPr>
              <a:t>Listen</a:t>
            </a:r>
          </a:p>
        </p:txBody>
      </p:sp>
      <p:sp>
        <p:nvSpPr>
          <p:cNvPr id="11" name="">
            <a:extLst xmlns:a="http://schemas.openxmlformats.org/drawingml/2006/main">
              <a:ext uri="{FF2B5EF4-FFF2-40B4-BE49-F238E27FC236}">
                <a16:creationId xmlns:a16="http://schemas.microsoft.com/office/drawing/2014/main" id="{A5562D8A-5744-4C03-9CE8-B3703AEB4B14}"/>
              </a:ext>
            </a:extLst>
          </p:cNvPr>
          <p:cNvSpPr>
            <a:spLocks xmlns:a="http://schemas.openxmlformats.org/drawingml/2006/main" noGrp="1"/>
          </p:cNvSpPr>
          <p:nvPr/>
        </p:nvSpPr>
        <p:spPr>
          <a:xfrm xmlns:a="http://schemas.openxmlformats.org/drawingml/2006/main">
            <a:off x="876300" y="3009900"/>
            <a:ext cx="295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677C"/>
                </a:solidFill>
                <a:latin typeface="Segoe UI"/>
                <a:ea typeface="Segoe UI"/>
                <a:cs typeface="Segoe UI"/>
              </a:defRPr>
            </a:defPPr>
            <a:lvl1pPr algn="l">
              <a:defRPr sz="1425" b="0">
                <a:solidFill>
                  <a:srgbClr val="64677C"/>
                </a:solidFill>
                <a:latin typeface="Segoe UI"/>
                <a:ea typeface="Segoe UI"/>
                <a:cs typeface="Segoe UI"/>
              </a:defRPr>
            </a:lvl1pPr>
            <a:lvl2pPr algn="l">
              <a:defRPr sz="1425" b="0">
                <a:solidFill>
                  <a:srgbClr val="64677C"/>
                </a:solidFill>
                <a:latin typeface="Segoe UI"/>
                <a:ea typeface="Segoe UI"/>
                <a:cs typeface="Segoe UI"/>
              </a:defRPr>
            </a:lvl2pPr>
            <a:lvl3pPr algn="l">
              <a:defRPr sz="1425" b="0">
                <a:solidFill>
                  <a:srgbClr val="64677C"/>
                </a:solidFill>
                <a:latin typeface="Segoe UI"/>
                <a:ea typeface="Segoe UI"/>
                <a:cs typeface="Segoe UI"/>
              </a:defRPr>
            </a:lvl3pPr>
            <a:lvl4pPr algn="l">
              <a:defRPr sz="1425" b="0">
                <a:solidFill>
                  <a:srgbClr val="64677C"/>
                </a:solidFill>
                <a:latin typeface="Segoe UI"/>
                <a:ea typeface="Segoe UI"/>
                <a:cs typeface="Segoe UI"/>
              </a:defRPr>
            </a:lvl4pPr>
            <a:lvl5pPr algn="l">
              <a:defRPr sz="1425" b="0">
                <a:solidFill>
                  <a:srgbClr val="64677C"/>
                </a:solidFill>
                <a:latin typeface="Segoe UI"/>
                <a:ea typeface="Segoe UI"/>
                <a:cs typeface="Segoe UI"/>
              </a:defRPr>
            </a:lvl5pPr>
            <a:lvl6pPr algn="l">
              <a:defRPr sz="1425" b="0">
                <a:solidFill>
                  <a:srgbClr val="64677C"/>
                </a:solidFill>
                <a:latin typeface="Segoe UI"/>
                <a:ea typeface="Segoe UI"/>
                <a:cs typeface="Segoe UI"/>
              </a:defRPr>
            </a:lvl6pPr>
            <a:lvl7pPr algn="l">
              <a:defRPr sz="1425" b="0">
                <a:solidFill>
                  <a:srgbClr val="64677C"/>
                </a:solidFill>
                <a:latin typeface="Segoe UI"/>
                <a:ea typeface="Segoe UI"/>
                <a:cs typeface="Segoe UI"/>
              </a:defRPr>
            </a:lvl7pPr>
            <a:lvl8pPr algn="l">
              <a:defRPr sz="1425" b="0">
                <a:solidFill>
                  <a:srgbClr val="64677C"/>
                </a:solidFill>
                <a:latin typeface="Segoe UI"/>
                <a:ea typeface="Segoe UI"/>
                <a:cs typeface="Segoe UI"/>
              </a:defRPr>
            </a:lvl8pPr>
            <a:lvl9pPr algn="l">
              <a:defRPr sz="1425" b="0">
                <a:solidFill>
                  <a:srgbClr val="64677C"/>
                </a:solidFill>
                <a:latin typeface="Segoe UI"/>
                <a:ea typeface="Segoe UI"/>
                <a:cs typeface="Segoe UI"/>
              </a:defRPr>
            </a:lvl9pPr>
          </a:lstStyle>
          <a:p xmlns:a="http://schemas.openxmlformats.org/drawingml/2006/main">
            <a:pPr algn="l">
              <a:defRPr sz="1425" b="0">
                <a:solidFill>
                  <a:srgbClr val="64677C"/>
                </a:solidFill>
                <a:latin typeface="Segoe UI"/>
                <a:ea typeface="Segoe UI"/>
                <a:cs typeface="Segoe UI"/>
              </a:defRPr>
            </a:pPr>
            <a:r>
              <a:rPr sz="1425" b="0">
                <a:solidFill>
                  <a:srgbClr val="64677C"/>
                </a:solidFill>
                <a:latin typeface="Segoe UI"/>
                <a:ea typeface="Segoe UI"/>
                <a:cs typeface="Segoe UI"/>
              </a:rPr>
              <a:t>Receive a supported workspace event, such as a task status change.</a:t>
            </a:r>
          </a:p>
        </p:txBody>
      </p:sp>
      <p:sp>
        <p:nvSpPr>
          <p:cNvPr id="12" name="">
            <a:extLst xmlns:a="http://schemas.openxmlformats.org/drawingml/2006/main">
              <a:ext uri="{FF2B5EF4-FFF2-40B4-BE49-F238E27FC236}">
                <a16:creationId xmlns:a16="http://schemas.microsoft.com/office/drawing/2014/main" id="{D2E02574-D53C-4B56-A3BA-691C14840514}"/>
              </a:ext>
            </a:extLst>
          </p:cNvPr>
          <p:cNvSpPr>
            <a:spLocks xmlns:a="http://schemas.openxmlformats.org/drawingml/2006/main" noGrp="1"/>
          </p:cNvSpPr>
          <p:nvPr/>
        </p:nvSpPr>
        <p:spPr>
          <a:xfrm xmlns:a="http://schemas.openxmlformats.org/drawingml/2006/main">
            <a:off x="4429125" y="2085975"/>
            <a:ext cx="38100" cy="1809750"/>
          </a:xfrm>
          <a:prstGeom xmlns:a="http://schemas.openxmlformats.org/drawingml/2006/main" prst="rect">
            <a:avLst/>
          </a:prstGeom>
          <a:solidFill xmlns:a="http://schemas.openxmlformats.org/drawingml/2006/main">
            <a:srgbClr val="147D6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8867A14-989D-47DB-8493-12061AC5DD47}"/>
              </a:ext>
            </a:extLst>
          </p:cNvPr>
          <p:cNvSpPr>
            <a:spLocks xmlns:a="http://schemas.openxmlformats.org/drawingml/2006/main" noGrp="1"/>
          </p:cNvSpPr>
          <p:nvPr/>
        </p:nvSpPr>
        <p:spPr>
          <a:xfrm xmlns:a="http://schemas.openxmlformats.org/drawingml/2006/main">
            <a:off x="4638675" y="2133600"/>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61"/>
                </a:solidFill>
                <a:latin typeface="Segoe UI"/>
                <a:ea typeface="Segoe UI"/>
                <a:cs typeface="Segoe UI"/>
              </a:defRPr>
            </a:defPPr>
            <a:lvl1pPr algn="l">
              <a:defRPr sz="1200" b="1">
                <a:solidFill>
                  <a:srgbClr val="147D61"/>
                </a:solidFill>
                <a:latin typeface="Segoe UI"/>
                <a:ea typeface="Segoe UI"/>
                <a:cs typeface="Segoe UI"/>
              </a:defRPr>
            </a:lvl1pPr>
            <a:lvl2pPr algn="l">
              <a:defRPr sz="1200" b="1">
                <a:solidFill>
                  <a:srgbClr val="147D61"/>
                </a:solidFill>
                <a:latin typeface="Segoe UI"/>
                <a:ea typeface="Segoe UI"/>
                <a:cs typeface="Segoe UI"/>
              </a:defRPr>
            </a:lvl2pPr>
            <a:lvl3pPr algn="l">
              <a:defRPr sz="1200" b="1">
                <a:solidFill>
                  <a:srgbClr val="147D61"/>
                </a:solidFill>
                <a:latin typeface="Segoe UI"/>
                <a:ea typeface="Segoe UI"/>
                <a:cs typeface="Segoe UI"/>
              </a:defRPr>
            </a:lvl3pPr>
            <a:lvl4pPr algn="l">
              <a:defRPr sz="1200" b="1">
                <a:solidFill>
                  <a:srgbClr val="147D61"/>
                </a:solidFill>
                <a:latin typeface="Segoe UI"/>
                <a:ea typeface="Segoe UI"/>
                <a:cs typeface="Segoe UI"/>
              </a:defRPr>
            </a:lvl4pPr>
            <a:lvl5pPr algn="l">
              <a:defRPr sz="1200" b="1">
                <a:solidFill>
                  <a:srgbClr val="147D61"/>
                </a:solidFill>
                <a:latin typeface="Segoe UI"/>
                <a:ea typeface="Segoe UI"/>
                <a:cs typeface="Segoe UI"/>
              </a:defRPr>
            </a:lvl5pPr>
            <a:lvl6pPr algn="l">
              <a:defRPr sz="1200" b="1">
                <a:solidFill>
                  <a:srgbClr val="147D61"/>
                </a:solidFill>
                <a:latin typeface="Segoe UI"/>
                <a:ea typeface="Segoe UI"/>
                <a:cs typeface="Segoe UI"/>
              </a:defRPr>
            </a:lvl6pPr>
            <a:lvl7pPr algn="l">
              <a:defRPr sz="1200" b="1">
                <a:solidFill>
                  <a:srgbClr val="147D61"/>
                </a:solidFill>
                <a:latin typeface="Segoe UI"/>
                <a:ea typeface="Segoe UI"/>
                <a:cs typeface="Segoe UI"/>
              </a:defRPr>
            </a:lvl7pPr>
            <a:lvl8pPr algn="l">
              <a:defRPr sz="1200" b="1">
                <a:solidFill>
                  <a:srgbClr val="147D61"/>
                </a:solidFill>
                <a:latin typeface="Segoe UI"/>
                <a:ea typeface="Segoe UI"/>
                <a:cs typeface="Segoe UI"/>
              </a:defRPr>
            </a:lvl8pPr>
            <a:lvl9pPr algn="l">
              <a:defRPr sz="1200" b="1">
                <a:solidFill>
                  <a:srgbClr val="147D61"/>
                </a:solidFill>
                <a:latin typeface="Segoe UI"/>
                <a:ea typeface="Segoe UI"/>
                <a:cs typeface="Segoe UI"/>
              </a:defRPr>
            </a:lvl9pPr>
          </a:lstStyle>
          <a:p xmlns:a="http://schemas.openxmlformats.org/drawingml/2006/main">
            <a:pPr algn="l">
              <a:defRPr sz="1200" b="1">
                <a:solidFill>
                  <a:srgbClr val="147D61"/>
                </a:solidFill>
                <a:latin typeface="Segoe UI"/>
                <a:ea typeface="Segoe UI"/>
                <a:cs typeface="Segoe UI"/>
              </a:defRPr>
            </a:pPr>
            <a:r>
              <a:rPr sz="1200" b="1">
                <a:solidFill>
                  <a:srgbClr val="147D61"/>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DCC4C549-FD90-4E30-9B8D-5444669023BE}"/>
              </a:ext>
            </a:extLst>
          </p:cNvPr>
          <p:cNvSpPr>
            <a:spLocks xmlns:a="http://schemas.openxmlformats.org/drawingml/2006/main" noGrp="1"/>
          </p:cNvSpPr>
          <p:nvPr/>
        </p:nvSpPr>
        <p:spPr>
          <a:xfrm xmlns:a="http://schemas.openxmlformats.org/drawingml/2006/main">
            <a:off x="4638675" y="250507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171827"/>
                </a:solidFill>
                <a:latin typeface="Segoe UI"/>
                <a:ea typeface="Segoe UI"/>
                <a:cs typeface="Segoe UI"/>
              </a:defRPr>
            </a:defPPr>
            <a:lvl1pPr algn="l">
              <a:defRPr sz="1950" b="1">
                <a:solidFill>
                  <a:srgbClr val="171827"/>
                </a:solidFill>
                <a:latin typeface="Segoe UI"/>
                <a:ea typeface="Segoe UI"/>
                <a:cs typeface="Segoe UI"/>
              </a:defRPr>
            </a:lvl1pPr>
            <a:lvl2pPr algn="l">
              <a:defRPr sz="1950" b="1">
                <a:solidFill>
                  <a:srgbClr val="171827"/>
                </a:solidFill>
                <a:latin typeface="Segoe UI"/>
                <a:ea typeface="Segoe UI"/>
                <a:cs typeface="Segoe UI"/>
              </a:defRPr>
            </a:lvl2pPr>
            <a:lvl3pPr algn="l">
              <a:defRPr sz="1950" b="1">
                <a:solidFill>
                  <a:srgbClr val="171827"/>
                </a:solidFill>
                <a:latin typeface="Segoe UI"/>
                <a:ea typeface="Segoe UI"/>
                <a:cs typeface="Segoe UI"/>
              </a:defRPr>
            </a:lvl3pPr>
            <a:lvl4pPr algn="l">
              <a:defRPr sz="1950" b="1">
                <a:solidFill>
                  <a:srgbClr val="171827"/>
                </a:solidFill>
                <a:latin typeface="Segoe UI"/>
                <a:ea typeface="Segoe UI"/>
                <a:cs typeface="Segoe UI"/>
              </a:defRPr>
            </a:lvl4pPr>
            <a:lvl5pPr algn="l">
              <a:defRPr sz="1950" b="1">
                <a:solidFill>
                  <a:srgbClr val="171827"/>
                </a:solidFill>
                <a:latin typeface="Segoe UI"/>
                <a:ea typeface="Segoe UI"/>
                <a:cs typeface="Segoe UI"/>
              </a:defRPr>
            </a:lvl5pPr>
            <a:lvl6pPr algn="l">
              <a:defRPr sz="1950" b="1">
                <a:solidFill>
                  <a:srgbClr val="171827"/>
                </a:solidFill>
                <a:latin typeface="Segoe UI"/>
                <a:ea typeface="Segoe UI"/>
                <a:cs typeface="Segoe UI"/>
              </a:defRPr>
            </a:lvl6pPr>
            <a:lvl7pPr algn="l">
              <a:defRPr sz="1950" b="1">
                <a:solidFill>
                  <a:srgbClr val="171827"/>
                </a:solidFill>
                <a:latin typeface="Segoe UI"/>
                <a:ea typeface="Segoe UI"/>
                <a:cs typeface="Segoe UI"/>
              </a:defRPr>
            </a:lvl7pPr>
            <a:lvl8pPr algn="l">
              <a:defRPr sz="1950" b="1">
                <a:solidFill>
                  <a:srgbClr val="171827"/>
                </a:solidFill>
                <a:latin typeface="Segoe UI"/>
                <a:ea typeface="Segoe UI"/>
                <a:cs typeface="Segoe UI"/>
              </a:defRPr>
            </a:lvl8pPr>
            <a:lvl9pPr algn="l">
              <a:defRPr sz="1950" b="1">
                <a:solidFill>
                  <a:srgbClr val="171827"/>
                </a:solidFill>
                <a:latin typeface="Segoe UI"/>
                <a:ea typeface="Segoe UI"/>
                <a:cs typeface="Segoe UI"/>
              </a:defRPr>
            </a:lvl9pPr>
          </a:lstStyle>
          <a:p xmlns:a="http://schemas.openxmlformats.org/drawingml/2006/main">
            <a:pPr algn="l">
              <a:defRPr sz="1950" b="1">
                <a:solidFill>
                  <a:srgbClr val="171827"/>
                </a:solidFill>
                <a:latin typeface="Segoe UI"/>
                <a:ea typeface="Segoe UI"/>
                <a:cs typeface="Segoe UI"/>
              </a:defRPr>
            </a:pPr>
            <a:r>
              <a:rPr sz="1950" b="1">
                <a:solidFill>
                  <a:srgbClr val="171827"/>
                </a:solidFill>
                <a:latin typeface="Segoe UI"/>
                <a:ea typeface="Segoe UI"/>
                <a:cs typeface="Segoe UI"/>
              </a:rPr>
              <a:t>Decide</a:t>
            </a:r>
          </a:p>
        </p:txBody>
      </p:sp>
      <p:sp>
        <p:nvSpPr>
          <p:cNvPr id="15" name="">
            <a:extLst xmlns:a="http://schemas.openxmlformats.org/drawingml/2006/main">
              <a:ext uri="{FF2B5EF4-FFF2-40B4-BE49-F238E27FC236}">
                <a16:creationId xmlns:a16="http://schemas.microsoft.com/office/drawing/2014/main" id="{FCB70B67-A5BA-444A-B16B-37E1F0385D8E}"/>
              </a:ext>
            </a:extLst>
          </p:cNvPr>
          <p:cNvSpPr>
            <a:spLocks xmlns:a="http://schemas.openxmlformats.org/drawingml/2006/main" noGrp="1"/>
          </p:cNvSpPr>
          <p:nvPr/>
        </p:nvSpPr>
        <p:spPr>
          <a:xfrm xmlns:a="http://schemas.openxmlformats.org/drawingml/2006/main">
            <a:off x="4638675" y="3009900"/>
            <a:ext cx="295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677C"/>
                </a:solidFill>
                <a:latin typeface="Segoe UI"/>
                <a:ea typeface="Segoe UI"/>
                <a:cs typeface="Segoe UI"/>
              </a:defRPr>
            </a:defPPr>
            <a:lvl1pPr algn="l">
              <a:defRPr sz="1425" b="0">
                <a:solidFill>
                  <a:srgbClr val="64677C"/>
                </a:solidFill>
                <a:latin typeface="Segoe UI"/>
                <a:ea typeface="Segoe UI"/>
                <a:cs typeface="Segoe UI"/>
              </a:defRPr>
            </a:lvl1pPr>
            <a:lvl2pPr algn="l">
              <a:defRPr sz="1425" b="0">
                <a:solidFill>
                  <a:srgbClr val="64677C"/>
                </a:solidFill>
                <a:latin typeface="Segoe UI"/>
                <a:ea typeface="Segoe UI"/>
                <a:cs typeface="Segoe UI"/>
              </a:defRPr>
            </a:lvl2pPr>
            <a:lvl3pPr algn="l">
              <a:defRPr sz="1425" b="0">
                <a:solidFill>
                  <a:srgbClr val="64677C"/>
                </a:solidFill>
                <a:latin typeface="Segoe UI"/>
                <a:ea typeface="Segoe UI"/>
                <a:cs typeface="Segoe UI"/>
              </a:defRPr>
            </a:lvl3pPr>
            <a:lvl4pPr algn="l">
              <a:defRPr sz="1425" b="0">
                <a:solidFill>
                  <a:srgbClr val="64677C"/>
                </a:solidFill>
                <a:latin typeface="Segoe UI"/>
                <a:ea typeface="Segoe UI"/>
                <a:cs typeface="Segoe UI"/>
              </a:defRPr>
            </a:lvl4pPr>
            <a:lvl5pPr algn="l">
              <a:defRPr sz="1425" b="0">
                <a:solidFill>
                  <a:srgbClr val="64677C"/>
                </a:solidFill>
                <a:latin typeface="Segoe UI"/>
                <a:ea typeface="Segoe UI"/>
                <a:cs typeface="Segoe UI"/>
              </a:defRPr>
            </a:lvl5pPr>
            <a:lvl6pPr algn="l">
              <a:defRPr sz="1425" b="0">
                <a:solidFill>
                  <a:srgbClr val="64677C"/>
                </a:solidFill>
                <a:latin typeface="Segoe UI"/>
                <a:ea typeface="Segoe UI"/>
                <a:cs typeface="Segoe UI"/>
              </a:defRPr>
            </a:lvl6pPr>
            <a:lvl7pPr algn="l">
              <a:defRPr sz="1425" b="0">
                <a:solidFill>
                  <a:srgbClr val="64677C"/>
                </a:solidFill>
                <a:latin typeface="Segoe UI"/>
                <a:ea typeface="Segoe UI"/>
                <a:cs typeface="Segoe UI"/>
              </a:defRPr>
            </a:lvl7pPr>
            <a:lvl8pPr algn="l">
              <a:defRPr sz="1425" b="0">
                <a:solidFill>
                  <a:srgbClr val="64677C"/>
                </a:solidFill>
                <a:latin typeface="Segoe UI"/>
                <a:ea typeface="Segoe UI"/>
                <a:cs typeface="Segoe UI"/>
              </a:defRPr>
            </a:lvl8pPr>
            <a:lvl9pPr algn="l">
              <a:defRPr sz="1425" b="0">
                <a:solidFill>
                  <a:srgbClr val="64677C"/>
                </a:solidFill>
                <a:latin typeface="Segoe UI"/>
                <a:ea typeface="Segoe UI"/>
                <a:cs typeface="Segoe UI"/>
              </a:defRPr>
            </a:lvl9pPr>
          </a:lstStyle>
          <a:p xmlns:a="http://schemas.openxmlformats.org/drawingml/2006/main">
            <a:pPr algn="l">
              <a:defRPr sz="1425" b="0">
                <a:solidFill>
                  <a:srgbClr val="64677C"/>
                </a:solidFill>
                <a:latin typeface="Segoe UI"/>
                <a:ea typeface="Segoe UI"/>
                <a:cs typeface="Segoe UI"/>
              </a:defRPr>
            </a:pPr>
            <a:r>
              <a:rPr sz="1425" b="0">
                <a:solidFill>
                  <a:srgbClr val="64677C"/>
                </a:solidFill>
                <a:latin typeface="Segoe UI"/>
                <a:ea typeface="Segoe UI"/>
                <a:cs typeface="Segoe UI"/>
              </a:rPr>
              <a:t>Evaluate trigger details and conditions against the event payload.</a:t>
            </a:r>
          </a:p>
        </p:txBody>
      </p:sp>
      <p:sp>
        <p:nvSpPr>
          <p:cNvPr id="16" name="">
            <a:extLst xmlns:a="http://schemas.openxmlformats.org/drawingml/2006/main">
              <a:ext uri="{FF2B5EF4-FFF2-40B4-BE49-F238E27FC236}">
                <a16:creationId xmlns:a16="http://schemas.microsoft.com/office/drawing/2014/main" id="{DB87E5F7-DFB3-40EB-9B6C-CD4BEB422DE6}"/>
              </a:ext>
            </a:extLst>
          </p:cNvPr>
          <p:cNvSpPr>
            <a:spLocks xmlns:a="http://schemas.openxmlformats.org/drawingml/2006/main" noGrp="1"/>
          </p:cNvSpPr>
          <p:nvPr/>
        </p:nvSpPr>
        <p:spPr>
          <a:xfrm xmlns:a="http://schemas.openxmlformats.org/drawingml/2006/main">
            <a:off x="8191500" y="2085975"/>
            <a:ext cx="38100" cy="1809750"/>
          </a:xfrm>
          <a:prstGeom xmlns:a="http://schemas.openxmlformats.org/drawingml/2006/main" prst="rect">
            <a:avLst/>
          </a:prstGeom>
          <a:solidFill xmlns:a="http://schemas.openxmlformats.org/drawingml/2006/main">
            <a:srgbClr val="9A640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22FABCE-2C61-463B-ADB2-D8DDDF3BA854}"/>
              </a:ext>
            </a:extLst>
          </p:cNvPr>
          <p:cNvSpPr>
            <a:spLocks xmlns:a="http://schemas.openxmlformats.org/drawingml/2006/main" noGrp="1"/>
          </p:cNvSpPr>
          <p:nvPr/>
        </p:nvSpPr>
        <p:spPr>
          <a:xfrm xmlns:a="http://schemas.openxmlformats.org/drawingml/2006/main">
            <a:off x="8401050" y="2133600"/>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9A6400"/>
                </a:solidFill>
                <a:latin typeface="Segoe UI"/>
                <a:ea typeface="Segoe UI"/>
                <a:cs typeface="Segoe UI"/>
              </a:defRPr>
            </a:defPPr>
            <a:lvl1pPr algn="l">
              <a:defRPr sz="1200" b="1">
                <a:solidFill>
                  <a:srgbClr val="9A6400"/>
                </a:solidFill>
                <a:latin typeface="Segoe UI"/>
                <a:ea typeface="Segoe UI"/>
                <a:cs typeface="Segoe UI"/>
              </a:defRPr>
            </a:lvl1pPr>
            <a:lvl2pPr algn="l">
              <a:defRPr sz="1200" b="1">
                <a:solidFill>
                  <a:srgbClr val="9A6400"/>
                </a:solidFill>
                <a:latin typeface="Segoe UI"/>
                <a:ea typeface="Segoe UI"/>
                <a:cs typeface="Segoe UI"/>
              </a:defRPr>
            </a:lvl2pPr>
            <a:lvl3pPr algn="l">
              <a:defRPr sz="1200" b="1">
                <a:solidFill>
                  <a:srgbClr val="9A6400"/>
                </a:solidFill>
                <a:latin typeface="Segoe UI"/>
                <a:ea typeface="Segoe UI"/>
                <a:cs typeface="Segoe UI"/>
              </a:defRPr>
            </a:lvl3pPr>
            <a:lvl4pPr algn="l">
              <a:defRPr sz="1200" b="1">
                <a:solidFill>
                  <a:srgbClr val="9A6400"/>
                </a:solidFill>
                <a:latin typeface="Segoe UI"/>
                <a:ea typeface="Segoe UI"/>
                <a:cs typeface="Segoe UI"/>
              </a:defRPr>
            </a:lvl4pPr>
            <a:lvl5pPr algn="l">
              <a:defRPr sz="1200" b="1">
                <a:solidFill>
                  <a:srgbClr val="9A6400"/>
                </a:solidFill>
                <a:latin typeface="Segoe UI"/>
                <a:ea typeface="Segoe UI"/>
                <a:cs typeface="Segoe UI"/>
              </a:defRPr>
            </a:lvl5pPr>
            <a:lvl6pPr algn="l">
              <a:defRPr sz="1200" b="1">
                <a:solidFill>
                  <a:srgbClr val="9A6400"/>
                </a:solidFill>
                <a:latin typeface="Segoe UI"/>
                <a:ea typeface="Segoe UI"/>
                <a:cs typeface="Segoe UI"/>
              </a:defRPr>
            </a:lvl6pPr>
            <a:lvl7pPr algn="l">
              <a:defRPr sz="1200" b="1">
                <a:solidFill>
                  <a:srgbClr val="9A6400"/>
                </a:solidFill>
                <a:latin typeface="Segoe UI"/>
                <a:ea typeface="Segoe UI"/>
                <a:cs typeface="Segoe UI"/>
              </a:defRPr>
            </a:lvl7pPr>
            <a:lvl8pPr algn="l">
              <a:defRPr sz="1200" b="1">
                <a:solidFill>
                  <a:srgbClr val="9A6400"/>
                </a:solidFill>
                <a:latin typeface="Segoe UI"/>
                <a:ea typeface="Segoe UI"/>
                <a:cs typeface="Segoe UI"/>
              </a:defRPr>
            </a:lvl8pPr>
            <a:lvl9pPr algn="l">
              <a:defRPr sz="1200" b="1">
                <a:solidFill>
                  <a:srgbClr val="9A6400"/>
                </a:solidFill>
                <a:latin typeface="Segoe UI"/>
                <a:ea typeface="Segoe UI"/>
                <a:cs typeface="Segoe UI"/>
              </a:defRPr>
            </a:lvl9pPr>
          </a:lstStyle>
          <a:p xmlns:a="http://schemas.openxmlformats.org/drawingml/2006/main">
            <a:pPr algn="l">
              <a:defRPr sz="1200" b="1">
                <a:solidFill>
                  <a:srgbClr val="9A6400"/>
                </a:solidFill>
                <a:latin typeface="Segoe UI"/>
                <a:ea typeface="Segoe UI"/>
                <a:cs typeface="Segoe UI"/>
              </a:defRPr>
            </a:pPr>
            <a:r>
              <a:rPr sz="1200" b="1">
                <a:solidFill>
                  <a:srgbClr val="9A6400"/>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270D0D67-E829-4F18-8A51-7EC9DD849DD1}"/>
              </a:ext>
            </a:extLst>
          </p:cNvPr>
          <p:cNvSpPr>
            <a:spLocks xmlns:a="http://schemas.openxmlformats.org/drawingml/2006/main" noGrp="1"/>
          </p:cNvSpPr>
          <p:nvPr/>
        </p:nvSpPr>
        <p:spPr>
          <a:xfrm xmlns:a="http://schemas.openxmlformats.org/drawingml/2006/main">
            <a:off x="8401050" y="250507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171827"/>
                </a:solidFill>
                <a:latin typeface="Segoe UI"/>
                <a:ea typeface="Segoe UI"/>
                <a:cs typeface="Segoe UI"/>
              </a:defRPr>
            </a:defPPr>
            <a:lvl1pPr algn="l">
              <a:defRPr sz="1950" b="1">
                <a:solidFill>
                  <a:srgbClr val="171827"/>
                </a:solidFill>
                <a:latin typeface="Segoe UI"/>
                <a:ea typeface="Segoe UI"/>
                <a:cs typeface="Segoe UI"/>
              </a:defRPr>
            </a:lvl1pPr>
            <a:lvl2pPr algn="l">
              <a:defRPr sz="1950" b="1">
                <a:solidFill>
                  <a:srgbClr val="171827"/>
                </a:solidFill>
                <a:latin typeface="Segoe UI"/>
                <a:ea typeface="Segoe UI"/>
                <a:cs typeface="Segoe UI"/>
              </a:defRPr>
            </a:lvl2pPr>
            <a:lvl3pPr algn="l">
              <a:defRPr sz="1950" b="1">
                <a:solidFill>
                  <a:srgbClr val="171827"/>
                </a:solidFill>
                <a:latin typeface="Segoe UI"/>
                <a:ea typeface="Segoe UI"/>
                <a:cs typeface="Segoe UI"/>
              </a:defRPr>
            </a:lvl3pPr>
            <a:lvl4pPr algn="l">
              <a:defRPr sz="1950" b="1">
                <a:solidFill>
                  <a:srgbClr val="171827"/>
                </a:solidFill>
                <a:latin typeface="Segoe UI"/>
                <a:ea typeface="Segoe UI"/>
                <a:cs typeface="Segoe UI"/>
              </a:defRPr>
            </a:lvl4pPr>
            <a:lvl5pPr algn="l">
              <a:defRPr sz="1950" b="1">
                <a:solidFill>
                  <a:srgbClr val="171827"/>
                </a:solidFill>
                <a:latin typeface="Segoe UI"/>
                <a:ea typeface="Segoe UI"/>
                <a:cs typeface="Segoe UI"/>
              </a:defRPr>
            </a:lvl5pPr>
            <a:lvl6pPr algn="l">
              <a:defRPr sz="1950" b="1">
                <a:solidFill>
                  <a:srgbClr val="171827"/>
                </a:solidFill>
                <a:latin typeface="Segoe UI"/>
                <a:ea typeface="Segoe UI"/>
                <a:cs typeface="Segoe UI"/>
              </a:defRPr>
            </a:lvl6pPr>
            <a:lvl7pPr algn="l">
              <a:defRPr sz="1950" b="1">
                <a:solidFill>
                  <a:srgbClr val="171827"/>
                </a:solidFill>
                <a:latin typeface="Segoe UI"/>
                <a:ea typeface="Segoe UI"/>
                <a:cs typeface="Segoe UI"/>
              </a:defRPr>
            </a:lvl7pPr>
            <a:lvl8pPr algn="l">
              <a:defRPr sz="1950" b="1">
                <a:solidFill>
                  <a:srgbClr val="171827"/>
                </a:solidFill>
                <a:latin typeface="Segoe UI"/>
                <a:ea typeface="Segoe UI"/>
                <a:cs typeface="Segoe UI"/>
              </a:defRPr>
            </a:lvl8pPr>
            <a:lvl9pPr algn="l">
              <a:defRPr sz="1950" b="1">
                <a:solidFill>
                  <a:srgbClr val="171827"/>
                </a:solidFill>
                <a:latin typeface="Segoe UI"/>
                <a:ea typeface="Segoe UI"/>
                <a:cs typeface="Segoe UI"/>
              </a:defRPr>
            </a:lvl9pPr>
          </a:lstStyle>
          <a:p xmlns:a="http://schemas.openxmlformats.org/drawingml/2006/main">
            <a:pPr algn="l">
              <a:defRPr sz="1950" b="1">
                <a:solidFill>
                  <a:srgbClr val="171827"/>
                </a:solidFill>
                <a:latin typeface="Segoe UI"/>
                <a:ea typeface="Segoe UI"/>
                <a:cs typeface="Segoe UI"/>
              </a:defRPr>
            </a:pPr>
            <a:r>
              <a:rPr sz="1950" b="1">
                <a:solidFill>
                  <a:srgbClr val="171827"/>
                </a:solidFill>
                <a:latin typeface="Segoe UI"/>
                <a:ea typeface="Segoe UI"/>
                <a:cs typeface="Segoe UI"/>
              </a:rPr>
              <a:t>Act &amp; inspect</a:t>
            </a:r>
          </a:p>
        </p:txBody>
      </p:sp>
      <p:sp>
        <p:nvSpPr>
          <p:cNvPr id="19" name="">
            <a:extLst xmlns:a="http://schemas.openxmlformats.org/drawingml/2006/main">
              <a:ext uri="{FF2B5EF4-FFF2-40B4-BE49-F238E27FC236}">
                <a16:creationId xmlns:a16="http://schemas.microsoft.com/office/drawing/2014/main" id="{93D80E39-6847-4F31-9D1F-DF54D3A4A520}"/>
              </a:ext>
            </a:extLst>
          </p:cNvPr>
          <p:cNvSpPr>
            <a:spLocks xmlns:a="http://schemas.openxmlformats.org/drawingml/2006/main" noGrp="1"/>
          </p:cNvSpPr>
          <p:nvPr/>
        </p:nvSpPr>
        <p:spPr>
          <a:xfrm xmlns:a="http://schemas.openxmlformats.org/drawingml/2006/main">
            <a:off x="8401050" y="3009900"/>
            <a:ext cx="295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677C"/>
                </a:solidFill>
                <a:latin typeface="Segoe UI"/>
                <a:ea typeface="Segoe UI"/>
                <a:cs typeface="Segoe UI"/>
              </a:defRPr>
            </a:defPPr>
            <a:lvl1pPr algn="l">
              <a:defRPr sz="1425" b="0">
                <a:solidFill>
                  <a:srgbClr val="64677C"/>
                </a:solidFill>
                <a:latin typeface="Segoe UI"/>
                <a:ea typeface="Segoe UI"/>
                <a:cs typeface="Segoe UI"/>
              </a:defRPr>
            </a:lvl1pPr>
            <a:lvl2pPr algn="l">
              <a:defRPr sz="1425" b="0">
                <a:solidFill>
                  <a:srgbClr val="64677C"/>
                </a:solidFill>
                <a:latin typeface="Segoe UI"/>
                <a:ea typeface="Segoe UI"/>
                <a:cs typeface="Segoe UI"/>
              </a:defRPr>
            </a:lvl2pPr>
            <a:lvl3pPr algn="l">
              <a:defRPr sz="1425" b="0">
                <a:solidFill>
                  <a:srgbClr val="64677C"/>
                </a:solidFill>
                <a:latin typeface="Segoe UI"/>
                <a:ea typeface="Segoe UI"/>
                <a:cs typeface="Segoe UI"/>
              </a:defRPr>
            </a:lvl3pPr>
            <a:lvl4pPr algn="l">
              <a:defRPr sz="1425" b="0">
                <a:solidFill>
                  <a:srgbClr val="64677C"/>
                </a:solidFill>
                <a:latin typeface="Segoe UI"/>
                <a:ea typeface="Segoe UI"/>
                <a:cs typeface="Segoe UI"/>
              </a:defRPr>
            </a:lvl4pPr>
            <a:lvl5pPr algn="l">
              <a:defRPr sz="1425" b="0">
                <a:solidFill>
                  <a:srgbClr val="64677C"/>
                </a:solidFill>
                <a:latin typeface="Segoe UI"/>
                <a:ea typeface="Segoe UI"/>
                <a:cs typeface="Segoe UI"/>
              </a:defRPr>
            </a:lvl5pPr>
            <a:lvl6pPr algn="l">
              <a:defRPr sz="1425" b="0">
                <a:solidFill>
                  <a:srgbClr val="64677C"/>
                </a:solidFill>
                <a:latin typeface="Segoe UI"/>
                <a:ea typeface="Segoe UI"/>
                <a:cs typeface="Segoe UI"/>
              </a:defRPr>
            </a:lvl6pPr>
            <a:lvl7pPr algn="l">
              <a:defRPr sz="1425" b="0">
                <a:solidFill>
                  <a:srgbClr val="64677C"/>
                </a:solidFill>
                <a:latin typeface="Segoe UI"/>
                <a:ea typeface="Segoe UI"/>
                <a:cs typeface="Segoe UI"/>
              </a:defRPr>
            </a:lvl7pPr>
            <a:lvl8pPr algn="l">
              <a:defRPr sz="1425" b="0">
                <a:solidFill>
                  <a:srgbClr val="64677C"/>
                </a:solidFill>
                <a:latin typeface="Segoe UI"/>
                <a:ea typeface="Segoe UI"/>
                <a:cs typeface="Segoe UI"/>
              </a:defRPr>
            </a:lvl8pPr>
            <a:lvl9pPr algn="l">
              <a:defRPr sz="1425" b="0">
                <a:solidFill>
                  <a:srgbClr val="64677C"/>
                </a:solidFill>
                <a:latin typeface="Segoe UI"/>
                <a:ea typeface="Segoe UI"/>
                <a:cs typeface="Segoe UI"/>
              </a:defRPr>
            </a:lvl9pPr>
          </a:lstStyle>
          <a:p xmlns:a="http://schemas.openxmlformats.org/drawingml/2006/main">
            <a:pPr algn="l">
              <a:defRPr sz="1425" b="0">
                <a:solidFill>
                  <a:srgbClr val="64677C"/>
                </a:solidFill>
                <a:latin typeface="Segoe UI"/>
                <a:ea typeface="Segoe UI"/>
                <a:cs typeface="Segoe UI"/>
              </a:defRPr>
            </a:pPr>
            <a:r>
              <a:rPr sz="1425" b="0">
                <a:solidFill>
                  <a:srgbClr val="64677C"/>
                </a:solidFill>
                <a:latin typeface="Segoe UI"/>
                <a:ea typeface="Segoe UI"/>
                <a:cs typeface="Segoe UI"/>
              </a:rPr>
              <a:t>Run ordered actions and record status, attempts, and failures.</a:t>
            </a:r>
          </a:p>
        </p:txBody>
      </p:sp>
      <p:sp>
        <p:nvSpPr>
          <p:cNvPr id="20" name="">
            <a:extLst xmlns:a="http://schemas.openxmlformats.org/drawingml/2006/main">
              <a:ext uri="{FF2B5EF4-FFF2-40B4-BE49-F238E27FC236}">
                <a16:creationId xmlns:a16="http://schemas.microsoft.com/office/drawing/2014/main" id="{08F3DBB5-B621-4595-A2EC-0B30A8C85E8C}"/>
              </a:ext>
            </a:extLst>
          </p:cNvPr>
          <p:cNvSpPr>
            <a:spLocks xmlns:a="http://schemas.openxmlformats.org/drawingml/2006/main" noGrp="1"/>
          </p:cNvSpPr>
          <p:nvPr/>
        </p:nvSpPr>
        <p:spPr>
          <a:xfrm xmlns:a="http://schemas.openxmlformats.org/drawingml/2006/main">
            <a:off x="666750" y="4391025"/>
            <a:ext cx="10858500" cy="1066800"/>
          </a:xfrm>
          <a:prstGeom xmlns:a="http://schemas.openxmlformats.org/drawingml/2006/main" prst="roundRect">
            <a:avLst>
              <a:gd name="adj" fmla="val 16071"/>
            </a:avLst>
          </a:prstGeom>
          <a:solidFill xmlns:a="http://schemas.openxmlformats.org/drawingml/2006/main">
            <a:srgbClr val="EFEE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890774B-5034-4EF1-9A5D-98529E93522D}"/>
              </a:ext>
            </a:extLst>
          </p:cNvPr>
          <p:cNvSpPr>
            <a:spLocks xmlns:a="http://schemas.openxmlformats.org/drawingml/2006/main" noGrp="1"/>
          </p:cNvSpPr>
          <p:nvPr/>
        </p:nvSpPr>
        <p:spPr>
          <a:xfrm xmlns:a="http://schemas.openxmlformats.org/drawingml/2006/main">
            <a:off x="933450" y="4572000"/>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55DEB"/>
                </a:solidFill>
                <a:latin typeface="Segoe UI"/>
                <a:ea typeface="Segoe UI"/>
                <a:cs typeface="Segoe UI"/>
              </a:defRPr>
            </a:defPPr>
            <a:lvl1pPr algn="l">
              <a:defRPr sz="975" b="1">
                <a:solidFill>
                  <a:srgbClr val="655DEB"/>
                </a:solidFill>
                <a:latin typeface="Segoe UI"/>
                <a:ea typeface="Segoe UI"/>
                <a:cs typeface="Segoe UI"/>
              </a:defRPr>
            </a:lvl1pPr>
            <a:lvl2pPr algn="l">
              <a:defRPr sz="975" b="1">
                <a:solidFill>
                  <a:srgbClr val="655DEB"/>
                </a:solidFill>
                <a:latin typeface="Segoe UI"/>
                <a:ea typeface="Segoe UI"/>
                <a:cs typeface="Segoe UI"/>
              </a:defRPr>
            </a:lvl2pPr>
            <a:lvl3pPr algn="l">
              <a:defRPr sz="975" b="1">
                <a:solidFill>
                  <a:srgbClr val="655DEB"/>
                </a:solidFill>
                <a:latin typeface="Segoe UI"/>
                <a:ea typeface="Segoe UI"/>
                <a:cs typeface="Segoe UI"/>
              </a:defRPr>
            </a:lvl3pPr>
            <a:lvl4pPr algn="l">
              <a:defRPr sz="975" b="1">
                <a:solidFill>
                  <a:srgbClr val="655DEB"/>
                </a:solidFill>
                <a:latin typeface="Segoe UI"/>
                <a:ea typeface="Segoe UI"/>
                <a:cs typeface="Segoe UI"/>
              </a:defRPr>
            </a:lvl4pPr>
            <a:lvl5pPr algn="l">
              <a:defRPr sz="975" b="1">
                <a:solidFill>
                  <a:srgbClr val="655DEB"/>
                </a:solidFill>
                <a:latin typeface="Segoe UI"/>
                <a:ea typeface="Segoe UI"/>
                <a:cs typeface="Segoe UI"/>
              </a:defRPr>
            </a:lvl5pPr>
            <a:lvl6pPr algn="l">
              <a:defRPr sz="975" b="1">
                <a:solidFill>
                  <a:srgbClr val="655DEB"/>
                </a:solidFill>
                <a:latin typeface="Segoe UI"/>
                <a:ea typeface="Segoe UI"/>
                <a:cs typeface="Segoe UI"/>
              </a:defRPr>
            </a:lvl6pPr>
            <a:lvl7pPr algn="l">
              <a:defRPr sz="975" b="1">
                <a:solidFill>
                  <a:srgbClr val="655DEB"/>
                </a:solidFill>
                <a:latin typeface="Segoe UI"/>
                <a:ea typeface="Segoe UI"/>
                <a:cs typeface="Segoe UI"/>
              </a:defRPr>
            </a:lvl7pPr>
            <a:lvl8pPr algn="l">
              <a:defRPr sz="975" b="1">
                <a:solidFill>
                  <a:srgbClr val="655DEB"/>
                </a:solidFill>
                <a:latin typeface="Segoe UI"/>
                <a:ea typeface="Segoe UI"/>
                <a:cs typeface="Segoe UI"/>
              </a:defRPr>
            </a:lvl8pPr>
            <a:lvl9pPr algn="l">
              <a:defRPr sz="975" b="1">
                <a:solidFill>
                  <a:srgbClr val="655DEB"/>
                </a:solidFill>
                <a:latin typeface="Segoe UI"/>
                <a:ea typeface="Segoe UI"/>
                <a:cs typeface="Segoe UI"/>
              </a:defRPr>
            </a:lvl9pPr>
          </a:lstStyle>
          <a:p xmlns:a="http://schemas.openxmlformats.org/drawingml/2006/main">
            <a:pPr algn="l">
              <a:defRPr sz="975" b="1">
                <a:solidFill>
                  <a:srgbClr val="655DEB"/>
                </a:solidFill>
                <a:latin typeface="Segoe UI"/>
                <a:ea typeface="Segoe UI"/>
                <a:cs typeface="Segoe UI"/>
              </a:defRPr>
            </a:pPr>
            <a:r>
              <a:rPr sz="975" b="1">
                <a:solidFill>
                  <a:srgbClr val="655DEB"/>
                </a:solidFill>
                <a:latin typeface="Segoe UI"/>
                <a:ea typeface="Segoe UI"/>
                <a:cs typeface="Segoe UI"/>
              </a:rPr>
              <a:t>Core promise</a:t>
            </a:r>
          </a:p>
        </p:txBody>
      </p:sp>
      <p:sp>
        <p:nvSpPr>
          <p:cNvPr id="22" name="">
            <a:extLst xmlns:a="http://schemas.openxmlformats.org/drawingml/2006/main">
              <a:ext uri="{FF2B5EF4-FFF2-40B4-BE49-F238E27FC236}">
                <a16:creationId xmlns:a16="http://schemas.microsoft.com/office/drawing/2014/main" id="{D966C3CF-FAB9-4DE2-BB03-CC811DDC291A}"/>
              </a:ext>
            </a:extLst>
          </p:cNvPr>
          <p:cNvSpPr>
            <a:spLocks xmlns:a="http://schemas.openxmlformats.org/drawingml/2006/main" noGrp="1"/>
          </p:cNvSpPr>
          <p:nvPr/>
        </p:nvSpPr>
        <p:spPr>
          <a:xfrm xmlns:a="http://schemas.openxmlformats.org/drawingml/2006/main">
            <a:off x="933450" y="4867275"/>
            <a:ext cx="1004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71827"/>
                </a:solidFill>
                <a:latin typeface="Segoe UI"/>
                <a:ea typeface="Segoe UI"/>
                <a:cs typeface="Segoe UI"/>
              </a:defRPr>
            </a:defPPr>
            <a:lvl1pPr algn="l">
              <a:defRPr sz="1800" b="1">
                <a:solidFill>
                  <a:srgbClr val="171827"/>
                </a:solidFill>
                <a:latin typeface="Segoe UI"/>
                <a:ea typeface="Segoe UI"/>
                <a:cs typeface="Segoe UI"/>
              </a:defRPr>
            </a:lvl1pPr>
            <a:lvl2pPr algn="l">
              <a:defRPr sz="1800" b="1">
                <a:solidFill>
                  <a:srgbClr val="171827"/>
                </a:solidFill>
                <a:latin typeface="Segoe UI"/>
                <a:ea typeface="Segoe UI"/>
                <a:cs typeface="Segoe UI"/>
              </a:defRPr>
            </a:lvl2pPr>
            <a:lvl3pPr algn="l">
              <a:defRPr sz="1800" b="1">
                <a:solidFill>
                  <a:srgbClr val="171827"/>
                </a:solidFill>
                <a:latin typeface="Segoe UI"/>
                <a:ea typeface="Segoe UI"/>
                <a:cs typeface="Segoe UI"/>
              </a:defRPr>
            </a:lvl3pPr>
            <a:lvl4pPr algn="l">
              <a:defRPr sz="1800" b="1">
                <a:solidFill>
                  <a:srgbClr val="171827"/>
                </a:solidFill>
                <a:latin typeface="Segoe UI"/>
                <a:ea typeface="Segoe UI"/>
                <a:cs typeface="Segoe UI"/>
              </a:defRPr>
            </a:lvl4pPr>
            <a:lvl5pPr algn="l">
              <a:defRPr sz="1800" b="1">
                <a:solidFill>
                  <a:srgbClr val="171827"/>
                </a:solidFill>
                <a:latin typeface="Segoe UI"/>
                <a:ea typeface="Segoe UI"/>
                <a:cs typeface="Segoe UI"/>
              </a:defRPr>
            </a:lvl5pPr>
            <a:lvl6pPr algn="l">
              <a:defRPr sz="1800" b="1">
                <a:solidFill>
                  <a:srgbClr val="171827"/>
                </a:solidFill>
                <a:latin typeface="Segoe UI"/>
                <a:ea typeface="Segoe UI"/>
                <a:cs typeface="Segoe UI"/>
              </a:defRPr>
            </a:lvl6pPr>
            <a:lvl7pPr algn="l">
              <a:defRPr sz="1800" b="1">
                <a:solidFill>
                  <a:srgbClr val="171827"/>
                </a:solidFill>
                <a:latin typeface="Segoe UI"/>
                <a:ea typeface="Segoe UI"/>
                <a:cs typeface="Segoe UI"/>
              </a:defRPr>
            </a:lvl7pPr>
            <a:lvl8pPr algn="l">
              <a:defRPr sz="1800" b="1">
                <a:solidFill>
                  <a:srgbClr val="171827"/>
                </a:solidFill>
                <a:latin typeface="Segoe UI"/>
                <a:ea typeface="Segoe UI"/>
                <a:cs typeface="Segoe UI"/>
              </a:defRPr>
            </a:lvl8pPr>
            <a:lvl9pPr algn="l">
              <a:defRPr sz="1800" b="1">
                <a:solidFill>
                  <a:srgbClr val="171827"/>
                </a:solidFill>
                <a:latin typeface="Segoe UI"/>
                <a:ea typeface="Segoe UI"/>
                <a:cs typeface="Segoe UI"/>
              </a:defRPr>
            </a:lvl9pPr>
          </a:lstStyle>
          <a:p xmlns:a="http://schemas.openxmlformats.org/drawingml/2006/main">
            <a:pPr algn="l">
              <a:defRPr sz="1800" b="1">
                <a:solidFill>
                  <a:srgbClr val="171827"/>
                </a:solidFill>
                <a:latin typeface="Segoe UI"/>
                <a:ea typeface="Segoe UI"/>
                <a:cs typeface="Segoe UI"/>
              </a:defRPr>
            </a:pPr>
            <a:r>
              <a:rPr sz="1800" b="1">
                <a:solidFill>
                  <a:srgbClr val="171827"/>
                </a:solidFill>
                <a:latin typeface="Segoe UI"/>
                <a:ea typeface="Segoe UI"/>
                <a:cs typeface="Segoe UI"/>
              </a:rPr>
              <a:t>Move repeatable work from manual follow-up to a rule you can preview and monitor.</a:t>
            </a:r>
          </a:p>
        </p:txBody>
      </p:sp>
    </p:spTree>
    <p:extLst>
      <p:ext uri="{BB962C8B-B14F-4D97-AF65-F5344CB8AC3E}">
        <p14:creationId xmlns:p14="http://schemas.microsoft.com/office/powerpoint/2010/main" val="2062972977"/>
      </p:ext>
    </p:extLst>
  </p:cSld>
</p:sld>
</file>

<file path=ppt/slides/slide3.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519F6D09-7047-406F-9BDC-F60DF40D1FF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A1430D-5D28-4B51-B677-C622C7CE63AC}"/>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WORKFLOW</a:t>
            </a:r>
          </a:p>
        </p:txBody>
      </p:sp>
      <p:sp>
        <p:nvSpPr>
          <p:cNvPr id="3" name="">
            <a:extLst xmlns:a="http://schemas.openxmlformats.org/drawingml/2006/main">
              <a:ext uri="{FF2B5EF4-FFF2-40B4-BE49-F238E27FC236}">
                <a16:creationId xmlns:a16="http://schemas.microsoft.com/office/drawing/2014/main" id="{B5645F75-7599-47B6-AD09-8B10297D0956}"/>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From draft to verified execution</a:t>
            </a:r>
          </a:p>
        </p:txBody>
      </p:sp>
      <p:sp>
        <p:nvSpPr>
          <p:cNvPr id="4" name="">
            <a:extLst xmlns:a="http://schemas.openxmlformats.org/drawingml/2006/main">
              <a:ext uri="{FF2B5EF4-FFF2-40B4-BE49-F238E27FC236}">
                <a16:creationId xmlns:a16="http://schemas.microsoft.com/office/drawing/2014/main" id="{28150A35-DCA8-4E28-92BF-2A7E27874344}"/>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The lifecycle separates authoring, preview, activation, and live execution.</a:t>
            </a:r>
          </a:p>
        </p:txBody>
      </p:sp>
      <p:sp>
        <p:nvSpPr>
          <p:cNvPr id="5" name="">
            <a:extLst xmlns:a="http://schemas.openxmlformats.org/drawingml/2006/main">
              <a:ext uri="{FF2B5EF4-FFF2-40B4-BE49-F238E27FC236}">
                <a16:creationId xmlns:a16="http://schemas.microsoft.com/office/drawing/2014/main" id="{FD073900-2712-4075-8E06-F6384719AD95}"/>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633CA69-F8D7-4427-BC43-C7424F3142A2}"/>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69C81047-1B6E-4E3A-AC33-ACA8FD6D08F8}"/>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03</a:t>
            </a:r>
          </a:p>
        </p:txBody>
      </p:sp>
      <p:sp>
        <p:nvSpPr>
          <p:cNvPr id="8" name="">
            <a:extLst xmlns:a="http://schemas.openxmlformats.org/drawingml/2006/main">
              <a:ext uri="{FF2B5EF4-FFF2-40B4-BE49-F238E27FC236}">
                <a16:creationId xmlns:a16="http://schemas.microsoft.com/office/drawing/2014/main" id="{F78AC76F-E2B2-4D46-86D0-C976BDD0703C}"/>
              </a:ext>
            </a:extLst>
          </p:cNvPr>
          <p:cNvSpPr>
            <a:spLocks xmlns:a="http://schemas.openxmlformats.org/drawingml/2006/main" noGrp="1"/>
          </p:cNvSpPr>
          <p:nvPr/>
        </p:nvSpPr>
        <p:spPr>
          <a:xfrm xmlns:a="http://schemas.openxmlformats.org/drawingml/2006/main">
            <a:off x="676275" y="2428875"/>
            <a:ext cx="1676400" cy="1476375"/>
          </a:xfrm>
          <a:prstGeom xmlns:a="http://schemas.openxmlformats.org/drawingml/2006/main" prst="roundRect">
            <a:avLst>
              <a:gd name="adj" fmla="val 10323"/>
            </a:avLst>
          </a:prstGeom>
          <a:solidFill xmlns:a="http://schemas.openxmlformats.org/drawingml/2006/main">
            <a:srgbClr val="FFFFFF"/>
          </a:solidFill>
          <a:ln xmlns:a="http://schemas.openxmlformats.org/drawingml/2006/main" w="9525">
            <a:solidFill>
              <a:srgbClr val="E4E5EF"/>
            </a:solidFill>
            <a:prstDash val="solid"/>
          </a:ln>
        </p:spPr>
      </p:sp>
      <p:sp>
        <p:nvSpPr>
          <p:cNvPr id="9" name="">
            <a:extLst xmlns:a="http://schemas.openxmlformats.org/drawingml/2006/main">
              <a:ext uri="{FF2B5EF4-FFF2-40B4-BE49-F238E27FC236}">
                <a16:creationId xmlns:a16="http://schemas.microsoft.com/office/drawing/2014/main" id="{3184A626-90C3-4BCE-A285-AD35467991E6}"/>
              </a:ext>
            </a:extLst>
          </p:cNvPr>
          <p:cNvSpPr>
            <a:spLocks xmlns:a="http://schemas.openxmlformats.org/drawingml/2006/main" noGrp="1"/>
          </p:cNvSpPr>
          <p:nvPr/>
        </p:nvSpPr>
        <p:spPr>
          <a:xfrm xmlns:a="http://schemas.openxmlformats.org/drawingml/2006/main">
            <a:off x="838200" y="2590800"/>
            <a:ext cx="323850" cy="323850"/>
          </a:xfrm>
          <a:prstGeom xmlns:a="http://schemas.openxmlformats.org/drawingml/2006/main" prst="ellipse">
            <a:avLst/>
          </a:prstGeom>
          <a:solidFill xmlns:a="http://schemas.openxmlformats.org/drawingml/2006/main">
            <a:srgbClr val="EFEE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DA08B9-555C-442C-B6BD-C0DE37DFE30D}"/>
              </a:ext>
            </a:extLst>
          </p:cNvPr>
          <p:cNvSpPr>
            <a:spLocks xmlns:a="http://schemas.openxmlformats.org/drawingml/2006/main" noGrp="1"/>
          </p:cNvSpPr>
          <p:nvPr/>
        </p:nvSpPr>
        <p:spPr>
          <a:xfrm xmlns:a="http://schemas.openxmlformats.org/drawingml/2006/main">
            <a:off x="838200" y="26003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655DEB"/>
                </a:solidFill>
                <a:latin typeface="Segoe UI"/>
                <a:ea typeface="Segoe UI"/>
                <a:cs typeface="Segoe UI"/>
              </a:defRPr>
            </a:defPPr>
            <a:lvl1pPr algn="ctr">
              <a:defRPr sz="1050" b="1">
                <a:solidFill>
                  <a:srgbClr val="655DEB"/>
                </a:solidFill>
                <a:latin typeface="Segoe UI"/>
                <a:ea typeface="Segoe UI"/>
                <a:cs typeface="Segoe UI"/>
              </a:defRPr>
            </a:lvl1pPr>
            <a:lvl2pPr algn="ctr">
              <a:defRPr sz="1050" b="1">
                <a:solidFill>
                  <a:srgbClr val="655DEB"/>
                </a:solidFill>
                <a:latin typeface="Segoe UI"/>
                <a:ea typeface="Segoe UI"/>
                <a:cs typeface="Segoe UI"/>
              </a:defRPr>
            </a:lvl2pPr>
            <a:lvl3pPr algn="ctr">
              <a:defRPr sz="1050" b="1">
                <a:solidFill>
                  <a:srgbClr val="655DEB"/>
                </a:solidFill>
                <a:latin typeface="Segoe UI"/>
                <a:ea typeface="Segoe UI"/>
                <a:cs typeface="Segoe UI"/>
              </a:defRPr>
            </a:lvl3pPr>
            <a:lvl4pPr algn="ctr">
              <a:defRPr sz="1050" b="1">
                <a:solidFill>
                  <a:srgbClr val="655DEB"/>
                </a:solidFill>
                <a:latin typeface="Segoe UI"/>
                <a:ea typeface="Segoe UI"/>
                <a:cs typeface="Segoe UI"/>
              </a:defRPr>
            </a:lvl4pPr>
            <a:lvl5pPr algn="ctr">
              <a:defRPr sz="1050" b="1">
                <a:solidFill>
                  <a:srgbClr val="655DEB"/>
                </a:solidFill>
                <a:latin typeface="Segoe UI"/>
                <a:ea typeface="Segoe UI"/>
                <a:cs typeface="Segoe UI"/>
              </a:defRPr>
            </a:lvl5pPr>
            <a:lvl6pPr algn="ctr">
              <a:defRPr sz="1050" b="1">
                <a:solidFill>
                  <a:srgbClr val="655DEB"/>
                </a:solidFill>
                <a:latin typeface="Segoe UI"/>
                <a:ea typeface="Segoe UI"/>
                <a:cs typeface="Segoe UI"/>
              </a:defRPr>
            </a:lvl6pPr>
            <a:lvl7pPr algn="ctr">
              <a:defRPr sz="1050" b="1">
                <a:solidFill>
                  <a:srgbClr val="655DEB"/>
                </a:solidFill>
                <a:latin typeface="Segoe UI"/>
                <a:ea typeface="Segoe UI"/>
                <a:cs typeface="Segoe UI"/>
              </a:defRPr>
            </a:lvl7pPr>
            <a:lvl8pPr algn="ctr">
              <a:defRPr sz="1050" b="1">
                <a:solidFill>
                  <a:srgbClr val="655DEB"/>
                </a:solidFill>
                <a:latin typeface="Segoe UI"/>
                <a:ea typeface="Segoe UI"/>
                <a:cs typeface="Segoe UI"/>
              </a:defRPr>
            </a:lvl8pPr>
            <a:lvl9pPr algn="ctr">
              <a:defRPr sz="1050" b="1">
                <a:solidFill>
                  <a:srgbClr val="655DEB"/>
                </a:solidFill>
                <a:latin typeface="Segoe UI"/>
                <a:ea typeface="Segoe UI"/>
                <a:cs typeface="Segoe UI"/>
              </a:defRPr>
            </a:lvl9pPr>
          </a:lstStyle>
          <a:p xmlns:a="http://schemas.openxmlformats.org/drawingml/2006/main">
            <a:pPr algn="ctr">
              <a:defRPr sz="1050" b="1">
                <a:solidFill>
                  <a:srgbClr val="655DEB"/>
                </a:solidFill>
                <a:latin typeface="Segoe UI"/>
                <a:ea typeface="Segoe UI"/>
                <a:cs typeface="Segoe UI"/>
              </a:defRPr>
            </a:pPr>
            <a:r>
              <a:rPr sz="1050" b="1">
                <a:solidFill>
                  <a:srgbClr val="655DEB"/>
                </a:solidFill>
                <a:latin typeface="Segoe UI"/>
                <a:ea typeface="Segoe UI"/>
                <a:cs typeface="Segoe UI"/>
              </a:rPr>
              <a:t>1</a:t>
            </a:r>
          </a:p>
        </p:txBody>
      </p:sp>
      <p:sp>
        <p:nvSpPr>
          <p:cNvPr id="11" name="">
            <a:extLst xmlns:a="http://schemas.openxmlformats.org/drawingml/2006/main">
              <a:ext uri="{FF2B5EF4-FFF2-40B4-BE49-F238E27FC236}">
                <a16:creationId xmlns:a16="http://schemas.microsoft.com/office/drawing/2014/main" id="{AB7F3CEB-A823-4A38-B30C-34AAB1E3AD9F}"/>
              </a:ext>
            </a:extLst>
          </p:cNvPr>
          <p:cNvSpPr>
            <a:spLocks xmlns:a="http://schemas.openxmlformats.org/drawingml/2006/main" noGrp="1"/>
          </p:cNvSpPr>
          <p:nvPr/>
        </p:nvSpPr>
        <p:spPr>
          <a:xfrm xmlns:a="http://schemas.openxmlformats.org/drawingml/2006/main">
            <a:off x="838200" y="30289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1827"/>
                </a:solidFill>
                <a:latin typeface="Segoe UI"/>
                <a:ea typeface="Segoe UI"/>
                <a:cs typeface="Segoe UI"/>
              </a:defRPr>
            </a:defPPr>
            <a:lvl1pPr algn="l">
              <a:defRPr sz="1500" b="1">
                <a:solidFill>
                  <a:srgbClr val="171827"/>
                </a:solidFill>
                <a:latin typeface="Segoe UI"/>
                <a:ea typeface="Segoe UI"/>
                <a:cs typeface="Segoe UI"/>
              </a:defRPr>
            </a:lvl1pPr>
            <a:lvl2pPr algn="l">
              <a:defRPr sz="1500" b="1">
                <a:solidFill>
                  <a:srgbClr val="171827"/>
                </a:solidFill>
                <a:latin typeface="Segoe UI"/>
                <a:ea typeface="Segoe UI"/>
                <a:cs typeface="Segoe UI"/>
              </a:defRPr>
            </a:lvl2pPr>
            <a:lvl3pPr algn="l">
              <a:defRPr sz="1500" b="1">
                <a:solidFill>
                  <a:srgbClr val="171827"/>
                </a:solidFill>
                <a:latin typeface="Segoe UI"/>
                <a:ea typeface="Segoe UI"/>
                <a:cs typeface="Segoe UI"/>
              </a:defRPr>
            </a:lvl3pPr>
            <a:lvl4pPr algn="l">
              <a:defRPr sz="1500" b="1">
                <a:solidFill>
                  <a:srgbClr val="171827"/>
                </a:solidFill>
                <a:latin typeface="Segoe UI"/>
                <a:ea typeface="Segoe UI"/>
                <a:cs typeface="Segoe UI"/>
              </a:defRPr>
            </a:lvl4pPr>
            <a:lvl5pPr algn="l">
              <a:defRPr sz="1500" b="1">
                <a:solidFill>
                  <a:srgbClr val="171827"/>
                </a:solidFill>
                <a:latin typeface="Segoe UI"/>
                <a:ea typeface="Segoe UI"/>
                <a:cs typeface="Segoe UI"/>
              </a:defRPr>
            </a:lvl5pPr>
            <a:lvl6pPr algn="l">
              <a:defRPr sz="1500" b="1">
                <a:solidFill>
                  <a:srgbClr val="171827"/>
                </a:solidFill>
                <a:latin typeface="Segoe UI"/>
                <a:ea typeface="Segoe UI"/>
                <a:cs typeface="Segoe UI"/>
              </a:defRPr>
            </a:lvl6pPr>
            <a:lvl7pPr algn="l">
              <a:defRPr sz="1500" b="1">
                <a:solidFill>
                  <a:srgbClr val="171827"/>
                </a:solidFill>
                <a:latin typeface="Segoe UI"/>
                <a:ea typeface="Segoe UI"/>
                <a:cs typeface="Segoe UI"/>
              </a:defRPr>
            </a:lvl7pPr>
            <a:lvl8pPr algn="l">
              <a:defRPr sz="1500" b="1">
                <a:solidFill>
                  <a:srgbClr val="171827"/>
                </a:solidFill>
                <a:latin typeface="Segoe UI"/>
                <a:ea typeface="Segoe UI"/>
                <a:cs typeface="Segoe UI"/>
              </a:defRPr>
            </a:lvl8pPr>
            <a:lvl9pPr algn="l">
              <a:defRPr sz="1500" b="1">
                <a:solidFill>
                  <a:srgbClr val="171827"/>
                </a:solidFill>
                <a:latin typeface="Segoe UI"/>
                <a:ea typeface="Segoe UI"/>
                <a:cs typeface="Segoe UI"/>
              </a:defRPr>
            </a:lvl9pPr>
          </a:lstStyle>
          <a:p xmlns:a="http://schemas.openxmlformats.org/drawingml/2006/main">
            <a:pPr algn="l">
              <a:defRPr sz="1500" b="1">
                <a:solidFill>
                  <a:srgbClr val="171827"/>
                </a:solidFill>
                <a:latin typeface="Segoe UI"/>
                <a:ea typeface="Segoe UI"/>
                <a:cs typeface="Segoe UI"/>
              </a:defRPr>
            </a:pPr>
            <a:r>
              <a:rPr sz="1500" b="1">
                <a:solidFill>
                  <a:srgbClr val="171827"/>
                </a:solidFill>
                <a:latin typeface="Segoe UI"/>
                <a:ea typeface="Segoe UI"/>
                <a:cs typeface="Segoe UI"/>
              </a:rPr>
              <a:t>Draft</a:t>
            </a:r>
          </a:p>
        </p:txBody>
      </p:sp>
      <p:sp>
        <p:nvSpPr>
          <p:cNvPr id="12" name="">
            <a:extLst xmlns:a="http://schemas.openxmlformats.org/drawingml/2006/main">
              <a:ext uri="{FF2B5EF4-FFF2-40B4-BE49-F238E27FC236}">
                <a16:creationId xmlns:a16="http://schemas.microsoft.com/office/drawing/2014/main" id="{BB6B3542-6A2F-453A-A4A4-3236ADEA0A3A}"/>
              </a:ext>
            </a:extLst>
          </p:cNvPr>
          <p:cNvSpPr>
            <a:spLocks xmlns:a="http://schemas.openxmlformats.org/drawingml/2006/main" noGrp="1"/>
          </p:cNvSpPr>
          <p:nvPr/>
        </p:nvSpPr>
        <p:spPr>
          <a:xfrm xmlns:a="http://schemas.openxmlformats.org/drawingml/2006/main">
            <a:off x="838200" y="33528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Set trigger,</a:t>
            </a:r>
          </a:p>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conditions, actions</a:t>
            </a:r>
          </a:p>
        </p:txBody>
      </p:sp>
      <p:sp>
        <p:nvSpPr>
          <p:cNvPr id="13" name="">
            <a:extLst xmlns:a="http://schemas.openxmlformats.org/drawingml/2006/main">
              <a:ext uri="{FF2B5EF4-FFF2-40B4-BE49-F238E27FC236}">
                <a16:creationId xmlns:a16="http://schemas.microsoft.com/office/drawing/2014/main" id="{B3D0F40E-1C63-4D3D-B486-138B41453DE8}"/>
              </a:ext>
            </a:extLst>
          </p:cNvPr>
          <p:cNvSpPr>
            <a:spLocks xmlns:a="http://schemas.openxmlformats.org/drawingml/2006/main" noGrp="1"/>
          </p:cNvSpPr>
          <p:nvPr/>
        </p:nvSpPr>
        <p:spPr>
          <a:xfrm xmlns:a="http://schemas.openxmlformats.org/drawingml/2006/main">
            <a:off x="2362200" y="2952750"/>
            <a:ext cx="17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655DEB"/>
                </a:solidFill>
                <a:latin typeface="Segoe UI"/>
                <a:ea typeface="Segoe UI"/>
                <a:cs typeface="Segoe UI"/>
              </a:defRPr>
            </a:defPPr>
            <a:lvl1pPr algn="ctr">
              <a:defRPr sz="1950" b="1">
                <a:solidFill>
                  <a:srgbClr val="655DEB"/>
                </a:solidFill>
                <a:latin typeface="Segoe UI"/>
                <a:ea typeface="Segoe UI"/>
                <a:cs typeface="Segoe UI"/>
              </a:defRPr>
            </a:lvl1pPr>
            <a:lvl2pPr algn="ctr">
              <a:defRPr sz="1950" b="1">
                <a:solidFill>
                  <a:srgbClr val="655DEB"/>
                </a:solidFill>
                <a:latin typeface="Segoe UI"/>
                <a:ea typeface="Segoe UI"/>
                <a:cs typeface="Segoe UI"/>
              </a:defRPr>
            </a:lvl2pPr>
            <a:lvl3pPr algn="ctr">
              <a:defRPr sz="1950" b="1">
                <a:solidFill>
                  <a:srgbClr val="655DEB"/>
                </a:solidFill>
                <a:latin typeface="Segoe UI"/>
                <a:ea typeface="Segoe UI"/>
                <a:cs typeface="Segoe UI"/>
              </a:defRPr>
            </a:lvl3pPr>
            <a:lvl4pPr algn="ctr">
              <a:defRPr sz="1950" b="1">
                <a:solidFill>
                  <a:srgbClr val="655DEB"/>
                </a:solidFill>
                <a:latin typeface="Segoe UI"/>
                <a:ea typeface="Segoe UI"/>
                <a:cs typeface="Segoe UI"/>
              </a:defRPr>
            </a:lvl4pPr>
            <a:lvl5pPr algn="ctr">
              <a:defRPr sz="1950" b="1">
                <a:solidFill>
                  <a:srgbClr val="655DEB"/>
                </a:solidFill>
                <a:latin typeface="Segoe UI"/>
                <a:ea typeface="Segoe UI"/>
                <a:cs typeface="Segoe UI"/>
              </a:defRPr>
            </a:lvl5pPr>
            <a:lvl6pPr algn="ctr">
              <a:defRPr sz="1950" b="1">
                <a:solidFill>
                  <a:srgbClr val="655DEB"/>
                </a:solidFill>
                <a:latin typeface="Segoe UI"/>
                <a:ea typeface="Segoe UI"/>
                <a:cs typeface="Segoe UI"/>
              </a:defRPr>
            </a:lvl6pPr>
            <a:lvl7pPr algn="ctr">
              <a:defRPr sz="1950" b="1">
                <a:solidFill>
                  <a:srgbClr val="655DEB"/>
                </a:solidFill>
                <a:latin typeface="Segoe UI"/>
                <a:ea typeface="Segoe UI"/>
                <a:cs typeface="Segoe UI"/>
              </a:defRPr>
            </a:lvl7pPr>
            <a:lvl8pPr algn="ctr">
              <a:defRPr sz="1950" b="1">
                <a:solidFill>
                  <a:srgbClr val="655DEB"/>
                </a:solidFill>
                <a:latin typeface="Segoe UI"/>
                <a:ea typeface="Segoe UI"/>
                <a:cs typeface="Segoe UI"/>
              </a:defRPr>
            </a:lvl8pPr>
            <a:lvl9pPr algn="ctr">
              <a:defRPr sz="1950" b="1">
                <a:solidFill>
                  <a:srgbClr val="655DEB"/>
                </a:solidFill>
                <a:latin typeface="Segoe UI"/>
                <a:ea typeface="Segoe UI"/>
                <a:cs typeface="Segoe UI"/>
              </a:defRPr>
            </a:lvl9pPr>
          </a:lstStyle>
          <a:p xmlns:a="http://schemas.openxmlformats.org/drawingml/2006/main">
            <a:pPr algn="ctr">
              <a:defRPr sz="1950" b="1">
                <a:solidFill>
                  <a:srgbClr val="655DEB"/>
                </a:solidFill>
                <a:latin typeface="Segoe UI"/>
                <a:ea typeface="Segoe UI"/>
                <a:cs typeface="Segoe UI"/>
              </a:defRPr>
            </a:pPr>
            <a:r>
              <a:rPr sz="1950" b="1">
                <a:solidFill>
                  <a:srgbClr val="655DEB"/>
                </a:solidFill>
                <a:latin typeface="Segoe UI"/>
                <a:ea typeface="Segoe UI"/>
                <a:cs typeface="Segoe UI"/>
              </a:rPr>
              <a:t>›</a:t>
            </a:r>
          </a:p>
        </p:txBody>
      </p:sp>
      <p:sp>
        <p:nvSpPr>
          <p:cNvPr id="14" name="">
            <a:extLst xmlns:a="http://schemas.openxmlformats.org/drawingml/2006/main">
              <a:ext uri="{FF2B5EF4-FFF2-40B4-BE49-F238E27FC236}">
                <a16:creationId xmlns:a16="http://schemas.microsoft.com/office/drawing/2014/main" id="{CF0501D8-46A1-4BD8-9EFC-5A6A7A2DFCD9}"/>
              </a:ext>
            </a:extLst>
          </p:cNvPr>
          <p:cNvSpPr>
            <a:spLocks xmlns:a="http://schemas.openxmlformats.org/drawingml/2006/main" noGrp="1"/>
          </p:cNvSpPr>
          <p:nvPr/>
        </p:nvSpPr>
        <p:spPr>
          <a:xfrm xmlns:a="http://schemas.openxmlformats.org/drawingml/2006/main">
            <a:off x="2514600" y="2428875"/>
            <a:ext cx="1676400" cy="1476375"/>
          </a:xfrm>
          <a:prstGeom xmlns:a="http://schemas.openxmlformats.org/drawingml/2006/main" prst="roundRect">
            <a:avLst>
              <a:gd name="adj" fmla="val 10323"/>
            </a:avLst>
          </a:prstGeom>
          <a:solidFill xmlns:a="http://schemas.openxmlformats.org/drawingml/2006/main">
            <a:srgbClr val="FFFFFF"/>
          </a:solidFill>
          <a:ln xmlns:a="http://schemas.openxmlformats.org/drawingml/2006/main" w="9525">
            <a:solidFill>
              <a:srgbClr val="E4E5EF"/>
            </a:solidFill>
            <a:prstDash val="solid"/>
          </a:ln>
        </p:spPr>
      </p:sp>
      <p:sp>
        <p:nvSpPr>
          <p:cNvPr id="15" name="">
            <a:extLst xmlns:a="http://schemas.openxmlformats.org/drawingml/2006/main">
              <a:ext uri="{FF2B5EF4-FFF2-40B4-BE49-F238E27FC236}">
                <a16:creationId xmlns:a16="http://schemas.microsoft.com/office/drawing/2014/main" id="{CFB2CC7E-846D-460B-8D73-1BF39C0C5149}"/>
              </a:ext>
            </a:extLst>
          </p:cNvPr>
          <p:cNvSpPr>
            <a:spLocks xmlns:a="http://schemas.openxmlformats.org/drawingml/2006/main" noGrp="1"/>
          </p:cNvSpPr>
          <p:nvPr/>
        </p:nvSpPr>
        <p:spPr>
          <a:xfrm xmlns:a="http://schemas.openxmlformats.org/drawingml/2006/main">
            <a:off x="2676525" y="2590800"/>
            <a:ext cx="323850" cy="323850"/>
          </a:xfrm>
          <a:prstGeom xmlns:a="http://schemas.openxmlformats.org/drawingml/2006/main" prst="ellipse">
            <a:avLst/>
          </a:prstGeom>
          <a:solidFill xmlns:a="http://schemas.openxmlformats.org/drawingml/2006/main">
            <a:srgbClr val="EFEE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7D6B36F-346C-4FC2-A5B7-10947B4C4F4E}"/>
              </a:ext>
            </a:extLst>
          </p:cNvPr>
          <p:cNvSpPr>
            <a:spLocks xmlns:a="http://schemas.openxmlformats.org/drawingml/2006/main" noGrp="1"/>
          </p:cNvSpPr>
          <p:nvPr/>
        </p:nvSpPr>
        <p:spPr>
          <a:xfrm xmlns:a="http://schemas.openxmlformats.org/drawingml/2006/main">
            <a:off x="2676525" y="26003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655DEB"/>
                </a:solidFill>
                <a:latin typeface="Segoe UI"/>
                <a:ea typeface="Segoe UI"/>
                <a:cs typeface="Segoe UI"/>
              </a:defRPr>
            </a:defPPr>
            <a:lvl1pPr algn="ctr">
              <a:defRPr sz="1050" b="1">
                <a:solidFill>
                  <a:srgbClr val="655DEB"/>
                </a:solidFill>
                <a:latin typeface="Segoe UI"/>
                <a:ea typeface="Segoe UI"/>
                <a:cs typeface="Segoe UI"/>
              </a:defRPr>
            </a:lvl1pPr>
            <a:lvl2pPr algn="ctr">
              <a:defRPr sz="1050" b="1">
                <a:solidFill>
                  <a:srgbClr val="655DEB"/>
                </a:solidFill>
                <a:latin typeface="Segoe UI"/>
                <a:ea typeface="Segoe UI"/>
                <a:cs typeface="Segoe UI"/>
              </a:defRPr>
            </a:lvl2pPr>
            <a:lvl3pPr algn="ctr">
              <a:defRPr sz="1050" b="1">
                <a:solidFill>
                  <a:srgbClr val="655DEB"/>
                </a:solidFill>
                <a:latin typeface="Segoe UI"/>
                <a:ea typeface="Segoe UI"/>
                <a:cs typeface="Segoe UI"/>
              </a:defRPr>
            </a:lvl3pPr>
            <a:lvl4pPr algn="ctr">
              <a:defRPr sz="1050" b="1">
                <a:solidFill>
                  <a:srgbClr val="655DEB"/>
                </a:solidFill>
                <a:latin typeface="Segoe UI"/>
                <a:ea typeface="Segoe UI"/>
                <a:cs typeface="Segoe UI"/>
              </a:defRPr>
            </a:lvl4pPr>
            <a:lvl5pPr algn="ctr">
              <a:defRPr sz="1050" b="1">
                <a:solidFill>
                  <a:srgbClr val="655DEB"/>
                </a:solidFill>
                <a:latin typeface="Segoe UI"/>
                <a:ea typeface="Segoe UI"/>
                <a:cs typeface="Segoe UI"/>
              </a:defRPr>
            </a:lvl5pPr>
            <a:lvl6pPr algn="ctr">
              <a:defRPr sz="1050" b="1">
                <a:solidFill>
                  <a:srgbClr val="655DEB"/>
                </a:solidFill>
                <a:latin typeface="Segoe UI"/>
                <a:ea typeface="Segoe UI"/>
                <a:cs typeface="Segoe UI"/>
              </a:defRPr>
            </a:lvl6pPr>
            <a:lvl7pPr algn="ctr">
              <a:defRPr sz="1050" b="1">
                <a:solidFill>
                  <a:srgbClr val="655DEB"/>
                </a:solidFill>
                <a:latin typeface="Segoe UI"/>
                <a:ea typeface="Segoe UI"/>
                <a:cs typeface="Segoe UI"/>
              </a:defRPr>
            </a:lvl7pPr>
            <a:lvl8pPr algn="ctr">
              <a:defRPr sz="1050" b="1">
                <a:solidFill>
                  <a:srgbClr val="655DEB"/>
                </a:solidFill>
                <a:latin typeface="Segoe UI"/>
                <a:ea typeface="Segoe UI"/>
                <a:cs typeface="Segoe UI"/>
              </a:defRPr>
            </a:lvl8pPr>
            <a:lvl9pPr algn="ctr">
              <a:defRPr sz="1050" b="1">
                <a:solidFill>
                  <a:srgbClr val="655DEB"/>
                </a:solidFill>
                <a:latin typeface="Segoe UI"/>
                <a:ea typeface="Segoe UI"/>
                <a:cs typeface="Segoe UI"/>
              </a:defRPr>
            </a:lvl9pPr>
          </a:lstStyle>
          <a:p xmlns:a="http://schemas.openxmlformats.org/drawingml/2006/main">
            <a:pPr algn="ctr">
              <a:defRPr sz="1050" b="1">
                <a:solidFill>
                  <a:srgbClr val="655DEB"/>
                </a:solidFill>
                <a:latin typeface="Segoe UI"/>
                <a:ea typeface="Segoe UI"/>
                <a:cs typeface="Segoe UI"/>
              </a:defRPr>
            </a:pPr>
            <a:r>
              <a:rPr sz="1050" b="1">
                <a:solidFill>
                  <a:srgbClr val="655DEB"/>
                </a:solidFill>
                <a:latin typeface="Segoe UI"/>
                <a:ea typeface="Segoe UI"/>
                <a:cs typeface="Segoe UI"/>
              </a:rPr>
              <a:t>2</a:t>
            </a:r>
          </a:p>
        </p:txBody>
      </p:sp>
      <p:sp>
        <p:nvSpPr>
          <p:cNvPr id="17" name="">
            <a:extLst xmlns:a="http://schemas.openxmlformats.org/drawingml/2006/main">
              <a:ext uri="{FF2B5EF4-FFF2-40B4-BE49-F238E27FC236}">
                <a16:creationId xmlns:a16="http://schemas.microsoft.com/office/drawing/2014/main" id="{B37ACA55-B1F0-4A54-B7BB-5EE95E2A0FA9}"/>
              </a:ext>
            </a:extLst>
          </p:cNvPr>
          <p:cNvSpPr>
            <a:spLocks xmlns:a="http://schemas.openxmlformats.org/drawingml/2006/main" noGrp="1"/>
          </p:cNvSpPr>
          <p:nvPr/>
        </p:nvSpPr>
        <p:spPr>
          <a:xfrm xmlns:a="http://schemas.openxmlformats.org/drawingml/2006/main">
            <a:off x="2676525" y="30289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1827"/>
                </a:solidFill>
                <a:latin typeface="Segoe UI"/>
                <a:ea typeface="Segoe UI"/>
                <a:cs typeface="Segoe UI"/>
              </a:defRPr>
            </a:defPPr>
            <a:lvl1pPr algn="l">
              <a:defRPr sz="1500" b="1">
                <a:solidFill>
                  <a:srgbClr val="171827"/>
                </a:solidFill>
                <a:latin typeface="Segoe UI"/>
                <a:ea typeface="Segoe UI"/>
                <a:cs typeface="Segoe UI"/>
              </a:defRPr>
            </a:lvl1pPr>
            <a:lvl2pPr algn="l">
              <a:defRPr sz="1500" b="1">
                <a:solidFill>
                  <a:srgbClr val="171827"/>
                </a:solidFill>
                <a:latin typeface="Segoe UI"/>
                <a:ea typeface="Segoe UI"/>
                <a:cs typeface="Segoe UI"/>
              </a:defRPr>
            </a:lvl2pPr>
            <a:lvl3pPr algn="l">
              <a:defRPr sz="1500" b="1">
                <a:solidFill>
                  <a:srgbClr val="171827"/>
                </a:solidFill>
                <a:latin typeface="Segoe UI"/>
                <a:ea typeface="Segoe UI"/>
                <a:cs typeface="Segoe UI"/>
              </a:defRPr>
            </a:lvl3pPr>
            <a:lvl4pPr algn="l">
              <a:defRPr sz="1500" b="1">
                <a:solidFill>
                  <a:srgbClr val="171827"/>
                </a:solidFill>
                <a:latin typeface="Segoe UI"/>
                <a:ea typeface="Segoe UI"/>
                <a:cs typeface="Segoe UI"/>
              </a:defRPr>
            </a:lvl4pPr>
            <a:lvl5pPr algn="l">
              <a:defRPr sz="1500" b="1">
                <a:solidFill>
                  <a:srgbClr val="171827"/>
                </a:solidFill>
                <a:latin typeface="Segoe UI"/>
                <a:ea typeface="Segoe UI"/>
                <a:cs typeface="Segoe UI"/>
              </a:defRPr>
            </a:lvl5pPr>
            <a:lvl6pPr algn="l">
              <a:defRPr sz="1500" b="1">
                <a:solidFill>
                  <a:srgbClr val="171827"/>
                </a:solidFill>
                <a:latin typeface="Segoe UI"/>
                <a:ea typeface="Segoe UI"/>
                <a:cs typeface="Segoe UI"/>
              </a:defRPr>
            </a:lvl6pPr>
            <a:lvl7pPr algn="l">
              <a:defRPr sz="1500" b="1">
                <a:solidFill>
                  <a:srgbClr val="171827"/>
                </a:solidFill>
                <a:latin typeface="Segoe UI"/>
                <a:ea typeface="Segoe UI"/>
                <a:cs typeface="Segoe UI"/>
              </a:defRPr>
            </a:lvl7pPr>
            <a:lvl8pPr algn="l">
              <a:defRPr sz="1500" b="1">
                <a:solidFill>
                  <a:srgbClr val="171827"/>
                </a:solidFill>
                <a:latin typeface="Segoe UI"/>
                <a:ea typeface="Segoe UI"/>
                <a:cs typeface="Segoe UI"/>
              </a:defRPr>
            </a:lvl8pPr>
            <a:lvl9pPr algn="l">
              <a:defRPr sz="1500" b="1">
                <a:solidFill>
                  <a:srgbClr val="171827"/>
                </a:solidFill>
                <a:latin typeface="Segoe UI"/>
                <a:ea typeface="Segoe UI"/>
                <a:cs typeface="Segoe UI"/>
              </a:defRPr>
            </a:lvl9pPr>
          </a:lstStyle>
          <a:p xmlns:a="http://schemas.openxmlformats.org/drawingml/2006/main">
            <a:pPr algn="l">
              <a:defRPr sz="1500" b="1">
                <a:solidFill>
                  <a:srgbClr val="171827"/>
                </a:solidFill>
                <a:latin typeface="Segoe UI"/>
                <a:ea typeface="Segoe UI"/>
                <a:cs typeface="Segoe UI"/>
              </a:defRPr>
            </a:pPr>
            <a:r>
              <a:rPr sz="1500" b="1">
                <a:solidFill>
                  <a:srgbClr val="171827"/>
                </a:solidFill>
                <a:latin typeface="Segoe UI"/>
                <a:ea typeface="Segoe UI"/>
                <a:cs typeface="Segoe UI"/>
              </a:rPr>
              <a:t>Validate</a:t>
            </a:r>
          </a:p>
        </p:txBody>
      </p:sp>
      <p:sp>
        <p:nvSpPr>
          <p:cNvPr id="18" name="">
            <a:extLst xmlns:a="http://schemas.openxmlformats.org/drawingml/2006/main">
              <a:ext uri="{FF2B5EF4-FFF2-40B4-BE49-F238E27FC236}">
                <a16:creationId xmlns:a16="http://schemas.microsoft.com/office/drawing/2014/main" id="{2004E551-0EC6-4370-A779-E4013EFF8279}"/>
              </a:ext>
            </a:extLst>
          </p:cNvPr>
          <p:cNvSpPr>
            <a:spLocks xmlns:a="http://schemas.openxmlformats.org/drawingml/2006/main" noGrp="1"/>
          </p:cNvSpPr>
          <p:nvPr/>
        </p:nvSpPr>
        <p:spPr>
          <a:xfrm xmlns:a="http://schemas.openxmlformats.org/drawingml/2006/main">
            <a:off x="2676525" y="33528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Check rule</a:t>
            </a:r>
          </a:p>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and inputs</a:t>
            </a:r>
          </a:p>
        </p:txBody>
      </p:sp>
      <p:sp>
        <p:nvSpPr>
          <p:cNvPr id="19" name="">
            <a:extLst xmlns:a="http://schemas.openxmlformats.org/drawingml/2006/main">
              <a:ext uri="{FF2B5EF4-FFF2-40B4-BE49-F238E27FC236}">
                <a16:creationId xmlns:a16="http://schemas.microsoft.com/office/drawing/2014/main" id="{702FB05A-C634-47B2-918F-5E039BE92A39}"/>
              </a:ext>
            </a:extLst>
          </p:cNvPr>
          <p:cNvSpPr>
            <a:spLocks xmlns:a="http://schemas.openxmlformats.org/drawingml/2006/main" noGrp="1"/>
          </p:cNvSpPr>
          <p:nvPr/>
        </p:nvSpPr>
        <p:spPr>
          <a:xfrm xmlns:a="http://schemas.openxmlformats.org/drawingml/2006/main">
            <a:off x="4200525" y="2952750"/>
            <a:ext cx="17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655DEB"/>
                </a:solidFill>
                <a:latin typeface="Segoe UI"/>
                <a:ea typeface="Segoe UI"/>
                <a:cs typeface="Segoe UI"/>
              </a:defRPr>
            </a:defPPr>
            <a:lvl1pPr algn="ctr">
              <a:defRPr sz="1950" b="1">
                <a:solidFill>
                  <a:srgbClr val="655DEB"/>
                </a:solidFill>
                <a:latin typeface="Segoe UI"/>
                <a:ea typeface="Segoe UI"/>
                <a:cs typeface="Segoe UI"/>
              </a:defRPr>
            </a:lvl1pPr>
            <a:lvl2pPr algn="ctr">
              <a:defRPr sz="1950" b="1">
                <a:solidFill>
                  <a:srgbClr val="655DEB"/>
                </a:solidFill>
                <a:latin typeface="Segoe UI"/>
                <a:ea typeface="Segoe UI"/>
                <a:cs typeface="Segoe UI"/>
              </a:defRPr>
            </a:lvl2pPr>
            <a:lvl3pPr algn="ctr">
              <a:defRPr sz="1950" b="1">
                <a:solidFill>
                  <a:srgbClr val="655DEB"/>
                </a:solidFill>
                <a:latin typeface="Segoe UI"/>
                <a:ea typeface="Segoe UI"/>
                <a:cs typeface="Segoe UI"/>
              </a:defRPr>
            </a:lvl3pPr>
            <a:lvl4pPr algn="ctr">
              <a:defRPr sz="1950" b="1">
                <a:solidFill>
                  <a:srgbClr val="655DEB"/>
                </a:solidFill>
                <a:latin typeface="Segoe UI"/>
                <a:ea typeface="Segoe UI"/>
                <a:cs typeface="Segoe UI"/>
              </a:defRPr>
            </a:lvl4pPr>
            <a:lvl5pPr algn="ctr">
              <a:defRPr sz="1950" b="1">
                <a:solidFill>
                  <a:srgbClr val="655DEB"/>
                </a:solidFill>
                <a:latin typeface="Segoe UI"/>
                <a:ea typeface="Segoe UI"/>
                <a:cs typeface="Segoe UI"/>
              </a:defRPr>
            </a:lvl5pPr>
            <a:lvl6pPr algn="ctr">
              <a:defRPr sz="1950" b="1">
                <a:solidFill>
                  <a:srgbClr val="655DEB"/>
                </a:solidFill>
                <a:latin typeface="Segoe UI"/>
                <a:ea typeface="Segoe UI"/>
                <a:cs typeface="Segoe UI"/>
              </a:defRPr>
            </a:lvl6pPr>
            <a:lvl7pPr algn="ctr">
              <a:defRPr sz="1950" b="1">
                <a:solidFill>
                  <a:srgbClr val="655DEB"/>
                </a:solidFill>
                <a:latin typeface="Segoe UI"/>
                <a:ea typeface="Segoe UI"/>
                <a:cs typeface="Segoe UI"/>
              </a:defRPr>
            </a:lvl7pPr>
            <a:lvl8pPr algn="ctr">
              <a:defRPr sz="1950" b="1">
                <a:solidFill>
                  <a:srgbClr val="655DEB"/>
                </a:solidFill>
                <a:latin typeface="Segoe UI"/>
                <a:ea typeface="Segoe UI"/>
                <a:cs typeface="Segoe UI"/>
              </a:defRPr>
            </a:lvl8pPr>
            <a:lvl9pPr algn="ctr">
              <a:defRPr sz="1950" b="1">
                <a:solidFill>
                  <a:srgbClr val="655DEB"/>
                </a:solidFill>
                <a:latin typeface="Segoe UI"/>
                <a:ea typeface="Segoe UI"/>
                <a:cs typeface="Segoe UI"/>
              </a:defRPr>
            </a:lvl9pPr>
          </a:lstStyle>
          <a:p xmlns:a="http://schemas.openxmlformats.org/drawingml/2006/main">
            <a:pPr algn="ctr">
              <a:defRPr sz="1950" b="1">
                <a:solidFill>
                  <a:srgbClr val="655DEB"/>
                </a:solidFill>
                <a:latin typeface="Segoe UI"/>
                <a:ea typeface="Segoe UI"/>
                <a:cs typeface="Segoe UI"/>
              </a:defRPr>
            </a:pPr>
            <a:r>
              <a:rPr sz="1950" b="1">
                <a:solidFill>
                  <a:srgbClr val="655DEB"/>
                </a:solidFill>
                <a:latin typeface="Segoe UI"/>
                <a:ea typeface="Segoe UI"/>
                <a:cs typeface="Segoe UI"/>
              </a:rPr>
              <a:t>›</a:t>
            </a:r>
          </a:p>
        </p:txBody>
      </p:sp>
      <p:sp>
        <p:nvSpPr>
          <p:cNvPr id="20" name="">
            <a:extLst xmlns:a="http://schemas.openxmlformats.org/drawingml/2006/main">
              <a:ext uri="{FF2B5EF4-FFF2-40B4-BE49-F238E27FC236}">
                <a16:creationId xmlns:a16="http://schemas.microsoft.com/office/drawing/2014/main" id="{754FA62B-7944-4745-A709-896B393BEED2}"/>
              </a:ext>
            </a:extLst>
          </p:cNvPr>
          <p:cNvSpPr>
            <a:spLocks xmlns:a="http://schemas.openxmlformats.org/drawingml/2006/main" noGrp="1"/>
          </p:cNvSpPr>
          <p:nvPr/>
        </p:nvSpPr>
        <p:spPr>
          <a:xfrm xmlns:a="http://schemas.openxmlformats.org/drawingml/2006/main">
            <a:off x="4352925" y="2428875"/>
            <a:ext cx="1676400" cy="1476375"/>
          </a:xfrm>
          <a:prstGeom xmlns:a="http://schemas.openxmlformats.org/drawingml/2006/main" prst="roundRect">
            <a:avLst>
              <a:gd name="adj" fmla="val 10323"/>
            </a:avLst>
          </a:prstGeom>
          <a:solidFill xmlns:a="http://schemas.openxmlformats.org/drawingml/2006/main">
            <a:srgbClr val="FFFFFF"/>
          </a:solidFill>
          <a:ln xmlns:a="http://schemas.openxmlformats.org/drawingml/2006/main" w="9525">
            <a:solidFill>
              <a:srgbClr val="E4E5EF"/>
            </a:solidFill>
            <a:prstDash val="solid"/>
          </a:ln>
        </p:spPr>
      </p:sp>
      <p:sp>
        <p:nvSpPr>
          <p:cNvPr id="21" name="">
            <a:extLst xmlns:a="http://schemas.openxmlformats.org/drawingml/2006/main">
              <a:ext uri="{FF2B5EF4-FFF2-40B4-BE49-F238E27FC236}">
                <a16:creationId xmlns:a16="http://schemas.microsoft.com/office/drawing/2014/main" id="{BB9EF81F-740D-4C06-B902-EF805D101C51}"/>
              </a:ext>
            </a:extLst>
          </p:cNvPr>
          <p:cNvSpPr>
            <a:spLocks xmlns:a="http://schemas.openxmlformats.org/drawingml/2006/main" noGrp="1"/>
          </p:cNvSpPr>
          <p:nvPr/>
        </p:nvSpPr>
        <p:spPr>
          <a:xfrm xmlns:a="http://schemas.openxmlformats.org/drawingml/2006/main">
            <a:off x="4514850" y="2590800"/>
            <a:ext cx="323850" cy="323850"/>
          </a:xfrm>
          <a:prstGeom xmlns:a="http://schemas.openxmlformats.org/drawingml/2006/main" prst="ellipse">
            <a:avLst/>
          </a:prstGeom>
          <a:solidFill xmlns:a="http://schemas.openxmlformats.org/drawingml/2006/main">
            <a:srgbClr val="EFEE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B2E367C-B99A-4B7F-AAD5-8DDD9FB47024}"/>
              </a:ext>
            </a:extLst>
          </p:cNvPr>
          <p:cNvSpPr>
            <a:spLocks xmlns:a="http://schemas.openxmlformats.org/drawingml/2006/main" noGrp="1"/>
          </p:cNvSpPr>
          <p:nvPr/>
        </p:nvSpPr>
        <p:spPr>
          <a:xfrm xmlns:a="http://schemas.openxmlformats.org/drawingml/2006/main">
            <a:off x="4514850" y="26003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655DEB"/>
                </a:solidFill>
                <a:latin typeface="Segoe UI"/>
                <a:ea typeface="Segoe UI"/>
                <a:cs typeface="Segoe UI"/>
              </a:defRPr>
            </a:defPPr>
            <a:lvl1pPr algn="ctr">
              <a:defRPr sz="1050" b="1">
                <a:solidFill>
                  <a:srgbClr val="655DEB"/>
                </a:solidFill>
                <a:latin typeface="Segoe UI"/>
                <a:ea typeface="Segoe UI"/>
                <a:cs typeface="Segoe UI"/>
              </a:defRPr>
            </a:lvl1pPr>
            <a:lvl2pPr algn="ctr">
              <a:defRPr sz="1050" b="1">
                <a:solidFill>
                  <a:srgbClr val="655DEB"/>
                </a:solidFill>
                <a:latin typeface="Segoe UI"/>
                <a:ea typeface="Segoe UI"/>
                <a:cs typeface="Segoe UI"/>
              </a:defRPr>
            </a:lvl2pPr>
            <a:lvl3pPr algn="ctr">
              <a:defRPr sz="1050" b="1">
                <a:solidFill>
                  <a:srgbClr val="655DEB"/>
                </a:solidFill>
                <a:latin typeface="Segoe UI"/>
                <a:ea typeface="Segoe UI"/>
                <a:cs typeface="Segoe UI"/>
              </a:defRPr>
            </a:lvl3pPr>
            <a:lvl4pPr algn="ctr">
              <a:defRPr sz="1050" b="1">
                <a:solidFill>
                  <a:srgbClr val="655DEB"/>
                </a:solidFill>
                <a:latin typeface="Segoe UI"/>
                <a:ea typeface="Segoe UI"/>
                <a:cs typeface="Segoe UI"/>
              </a:defRPr>
            </a:lvl4pPr>
            <a:lvl5pPr algn="ctr">
              <a:defRPr sz="1050" b="1">
                <a:solidFill>
                  <a:srgbClr val="655DEB"/>
                </a:solidFill>
                <a:latin typeface="Segoe UI"/>
                <a:ea typeface="Segoe UI"/>
                <a:cs typeface="Segoe UI"/>
              </a:defRPr>
            </a:lvl5pPr>
            <a:lvl6pPr algn="ctr">
              <a:defRPr sz="1050" b="1">
                <a:solidFill>
                  <a:srgbClr val="655DEB"/>
                </a:solidFill>
                <a:latin typeface="Segoe UI"/>
                <a:ea typeface="Segoe UI"/>
                <a:cs typeface="Segoe UI"/>
              </a:defRPr>
            </a:lvl6pPr>
            <a:lvl7pPr algn="ctr">
              <a:defRPr sz="1050" b="1">
                <a:solidFill>
                  <a:srgbClr val="655DEB"/>
                </a:solidFill>
                <a:latin typeface="Segoe UI"/>
                <a:ea typeface="Segoe UI"/>
                <a:cs typeface="Segoe UI"/>
              </a:defRPr>
            </a:lvl7pPr>
            <a:lvl8pPr algn="ctr">
              <a:defRPr sz="1050" b="1">
                <a:solidFill>
                  <a:srgbClr val="655DEB"/>
                </a:solidFill>
                <a:latin typeface="Segoe UI"/>
                <a:ea typeface="Segoe UI"/>
                <a:cs typeface="Segoe UI"/>
              </a:defRPr>
            </a:lvl8pPr>
            <a:lvl9pPr algn="ctr">
              <a:defRPr sz="1050" b="1">
                <a:solidFill>
                  <a:srgbClr val="655DEB"/>
                </a:solidFill>
                <a:latin typeface="Segoe UI"/>
                <a:ea typeface="Segoe UI"/>
                <a:cs typeface="Segoe UI"/>
              </a:defRPr>
            </a:lvl9pPr>
          </a:lstStyle>
          <a:p xmlns:a="http://schemas.openxmlformats.org/drawingml/2006/main">
            <a:pPr algn="ctr">
              <a:defRPr sz="1050" b="1">
                <a:solidFill>
                  <a:srgbClr val="655DEB"/>
                </a:solidFill>
                <a:latin typeface="Segoe UI"/>
                <a:ea typeface="Segoe UI"/>
                <a:cs typeface="Segoe UI"/>
              </a:defRPr>
            </a:pPr>
            <a:r>
              <a:rPr sz="1050" b="1">
                <a:solidFill>
                  <a:srgbClr val="655DEB"/>
                </a:solidFill>
                <a:latin typeface="Segoe UI"/>
                <a:ea typeface="Segoe UI"/>
                <a:cs typeface="Segoe UI"/>
              </a:rPr>
              <a:t>3</a:t>
            </a:r>
          </a:p>
        </p:txBody>
      </p:sp>
      <p:sp>
        <p:nvSpPr>
          <p:cNvPr id="23" name="">
            <a:extLst xmlns:a="http://schemas.openxmlformats.org/drawingml/2006/main">
              <a:ext uri="{FF2B5EF4-FFF2-40B4-BE49-F238E27FC236}">
                <a16:creationId xmlns:a16="http://schemas.microsoft.com/office/drawing/2014/main" id="{96C8681A-AD5B-4D3D-8BCD-8AA57D9116AD}"/>
              </a:ext>
            </a:extLst>
          </p:cNvPr>
          <p:cNvSpPr>
            <a:spLocks xmlns:a="http://schemas.openxmlformats.org/drawingml/2006/main" noGrp="1"/>
          </p:cNvSpPr>
          <p:nvPr/>
        </p:nvSpPr>
        <p:spPr>
          <a:xfrm xmlns:a="http://schemas.openxmlformats.org/drawingml/2006/main">
            <a:off x="4514850" y="30289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1827"/>
                </a:solidFill>
                <a:latin typeface="Segoe UI"/>
                <a:ea typeface="Segoe UI"/>
                <a:cs typeface="Segoe UI"/>
              </a:defRPr>
            </a:defPPr>
            <a:lvl1pPr algn="l">
              <a:defRPr sz="1500" b="1">
                <a:solidFill>
                  <a:srgbClr val="171827"/>
                </a:solidFill>
                <a:latin typeface="Segoe UI"/>
                <a:ea typeface="Segoe UI"/>
                <a:cs typeface="Segoe UI"/>
              </a:defRPr>
            </a:lvl1pPr>
            <a:lvl2pPr algn="l">
              <a:defRPr sz="1500" b="1">
                <a:solidFill>
                  <a:srgbClr val="171827"/>
                </a:solidFill>
                <a:latin typeface="Segoe UI"/>
                <a:ea typeface="Segoe UI"/>
                <a:cs typeface="Segoe UI"/>
              </a:defRPr>
            </a:lvl2pPr>
            <a:lvl3pPr algn="l">
              <a:defRPr sz="1500" b="1">
                <a:solidFill>
                  <a:srgbClr val="171827"/>
                </a:solidFill>
                <a:latin typeface="Segoe UI"/>
                <a:ea typeface="Segoe UI"/>
                <a:cs typeface="Segoe UI"/>
              </a:defRPr>
            </a:lvl3pPr>
            <a:lvl4pPr algn="l">
              <a:defRPr sz="1500" b="1">
                <a:solidFill>
                  <a:srgbClr val="171827"/>
                </a:solidFill>
                <a:latin typeface="Segoe UI"/>
                <a:ea typeface="Segoe UI"/>
                <a:cs typeface="Segoe UI"/>
              </a:defRPr>
            </a:lvl4pPr>
            <a:lvl5pPr algn="l">
              <a:defRPr sz="1500" b="1">
                <a:solidFill>
                  <a:srgbClr val="171827"/>
                </a:solidFill>
                <a:latin typeface="Segoe UI"/>
                <a:ea typeface="Segoe UI"/>
                <a:cs typeface="Segoe UI"/>
              </a:defRPr>
            </a:lvl5pPr>
            <a:lvl6pPr algn="l">
              <a:defRPr sz="1500" b="1">
                <a:solidFill>
                  <a:srgbClr val="171827"/>
                </a:solidFill>
                <a:latin typeface="Segoe UI"/>
                <a:ea typeface="Segoe UI"/>
                <a:cs typeface="Segoe UI"/>
              </a:defRPr>
            </a:lvl6pPr>
            <a:lvl7pPr algn="l">
              <a:defRPr sz="1500" b="1">
                <a:solidFill>
                  <a:srgbClr val="171827"/>
                </a:solidFill>
                <a:latin typeface="Segoe UI"/>
                <a:ea typeface="Segoe UI"/>
                <a:cs typeface="Segoe UI"/>
              </a:defRPr>
            </a:lvl7pPr>
            <a:lvl8pPr algn="l">
              <a:defRPr sz="1500" b="1">
                <a:solidFill>
                  <a:srgbClr val="171827"/>
                </a:solidFill>
                <a:latin typeface="Segoe UI"/>
                <a:ea typeface="Segoe UI"/>
                <a:cs typeface="Segoe UI"/>
              </a:defRPr>
            </a:lvl8pPr>
            <a:lvl9pPr algn="l">
              <a:defRPr sz="1500" b="1">
                <a:solidFill>
                  <a:srgbClr val="171827"/>
                </a:solidFill>
                <a:latin typeface="Segoe UI"/>
                <a:ea typeface="Segoe UI"/>
                <a:cs typeface="Segoe UI"/>
              </a:defRPr>
            </a:lvl9pPr>
          </a:lstStyle>
          <a:p xmlns:a="http://schemas.openxmlformats.org/drawingml/2006/main">
            <a:pPr algn="l">
              <a:defRPr sz="1500" b="1">
                <a:solidFill>
                  <a:srgbClr val="171827"/>
                </a:solidFill>
                <a:latin typeface="Segoe UI"/>
                <a:ea typeface="Segoe UI"/>
                <a:cs typeface="Segoe UI"/>
              </a:defRPr>
            </a:pPr>
            <a:r>
              <a:rPr sz="1500" b="1">
                <a:solidFill>
                  <a:srgbClr val="171827"/>
                </a:solidFill>
                <a:latin typeface="Segoe UI"/>
                <a:ea typeface="Segoe UI"/>
                <a:cs typeface="Segoe UI"/>
              </a:rPr>
              <a:t>Preview</a:t>
            </a:r>
          </a:p>
        </p:txBody>
      </p:sp>
      <p:sp>
        <p:nvSpPr>
          <p:cNvPr id="24" name="">
            <a:extLst xmlns:a="http://schemas.openxmlformats.org/drawingml/2006/main">
              <a:ext uri="{FF2B5EF4-FFF2-40B4-BE49-F238E27FC236}">
                <a16:creationId xmlns:a16="http://schemas.microsoft.com/office/drawing/2014/main" id="{C7B570BC-0D42-4383-8144-6780F4C6DBF6}"/>
              </a:ext>
            </a:extLst>
          </p:cNvPr>
          <p:cNvSpPr>
            <a:spLocks xmlns:a="http://schemas.openxmlformats.org/drawingml/2006/main" noGrp="1"/>
          </p:cNvSpPr>
          <p:nvPr/>
        </p:nvSpPr>
        <p:spPr>
          <a:xfrm xmlns:a="http://schemas.openxmlformats.org/drawingml/2006/main">
            <a:off x="4514850" y="33528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Dry run; no</a:t>
            </a:r>
          </a:p>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action is sent</a:t>
            </a:r>
          </a:p>
        </p:txBody>
      </p:sp>
      <p:sp>
        <p:nvSpPr>
          <p:cNvPr id="25" name="">
            <a:extLst xmlns:a="http://schemas.openxmlformats.org/drawingml/2006/main">
              <a:ext uri="{FF2B5EF4-FFF2-40B4-BE49-F238E27FC236}">
                <a16:creationId xmlns:a16="http://schemas.microsoft.com/office/drawing/2014/main" id="{C7464C07-EC2D-4F97-8C51-48FA9A2F2986}"/>
              </a:ext>
            </a:extLst>
          </p:cNvPr>
          <p:cNvSpPr>
            <a:spLocks xmlns:a="http://schemas.openxmlformats.org/drawingml/2006/main" noGrp="1"/>
          </p:cNvSpPr>
          <p:nvPr/>
        </p:nvSpPr>
        <p:spPr>
          <a:xfrm xmlns:a="http://schemas.openxmlformats.org/drawingml/2006/main">
            <a:off x="6038850" y="2952750"/>
            <a:ext cx="17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655DEB"/>
                </a:solidFill>
                <a:latin typeface="Segoe UI"/>
                <a:ea typeface="Segoe UI"/>
                <a:cs typeface="Segoe UI"/>
              </a:defRPr>
            </a:defPPr>
            <a:lvl1pPr algn="ctr">
              <a:defRPr sz="1950" b="1">
                <a:solidFill>
                  <a:srgbClr val="655DEB"/>
                </a:solidFill>
                <a:latin typeface="Segoe UI"/>
                <a:ea typeface="Segoe UI"/>
                <a:cs typeface="Segoe UI"/>
              </a:defRPr>
            </a:lvl1pPr>
            <a:lvl2pPr algn="ctr">
              <a:defRPr sz="1950" b="1">
                <a:solidFill>
                  <a:srgbClr val="655DEB"/>
                </a:solidFill>
                <a:latin typeface="Segoe UI"/>
                <a:ea typeface="Segoe UI"/>
                <a:cs typeface="Segoe UI"/>
              </a:defRPr>
            </a:lvl2pPr>
            <a:lvl3pPr algn="ctr">
              <a:defRPr sz="1950" b="1">
                <a:solidFill>
                  <a:srgbClr val="655DEB"/>
                </a:solidFill>
                <a:latin typeface="Segoe UI"/>
                <a:ea typeface="Segoe UI"/>
                <a:cs typeface="Segoe UI"/>
              </a:defRPr>
            </a:lvl3pPr>
            <a:lvl4pPr algn="ctr">
              <a:defRPr sz="1950" b="1">
                <a:solidFill>
                  <a:srgbClr val="655DEB"/>
                </a:solidFill>
                <a:latin typeface="Segoe UI"/>
                <a:ea typeface="Segoe UI"/>
                <a:cs typeface="Segoe UI"/>
              </a:defRPr>
            </a:lvl4pPr>
            <a:lvl5pPr algn="ctr">
              <a:defRPr sz="1950" b="1">
                <a:solidFill>
                  <a:srgbClr val="655DEB"/>
                </a:solidFill>
                <a:latin typeface="Segoe UI"/>
                <a:ea typeface="Segoe UI"/>
                <a:cs typeface="Segoe UI"/>
              </a:defRPr>
            </a:lvl5pPr>
            <a:lvl6pPr algn="ctr">
              <a:defRPr sz="1950" b="1">
                <a:solidFill>
                  <a:srgbClr val="655DEB"/>
                </a:solidFill>
                <a:latin typeface="Segoe UI"/>
                <a:ea typeface="Segoe UI"/>
                <a:cs typeface="Segoe UI"/>
              </a:defRPr>
            </a:lvl6pPr>
            <a:lvl7pPr algn="ctr">
              <a:defRPr sz="1950" b="1">
                <a:solidFill>
                  <a:srgbClr val="655DEB"/>
                </a:solidFill>
                <a:latin typeface="Segoe UI"/>
                <a:ea typeface="Segoe UI"/>
                <a:cs typeface="Segoe UI"/>
              </a:defRPr>
            </a:lvl7pPr>
            <a:lvl8pPr algn="ctr">
              <a:defRPr sz="1950" b="1">
                <a:solidFill>
                  <a:srgbClr val="655DEB"/>
                </a:solidFill>
                <a:latin typeface="Segoe UI"/>
                <a:ea typeface="Segoe UI"/>
                <a:cs typeface="Segoe UI"/>
              </a:defRPr>
            </a:lvl8pPr>
            <a:lvl9pPr algn="ctr">
              <a:defRPr sz="1950" b="1">
                <a:solidFill>
                  <a:srgbClr val="655DEB"/>
                </a:solidFill>
                <a:latin typeface="Segoe UI"/>
                <a:ea typeface="Segoe UI"/>
                <a:cs typeface="Segoe UI"/>
              </a:defRPr>
            </a:lvl9pPr>
          </a:lstStyle>
          <a:p xmlns:a="http://schemas.openxmlformats.org/drawingml/2006/main">
            <a:pPr algn="ctr">
              <a:defRPr sz="1950" b="1">
                <a:solidFill>
                  <a:srgbClr val="655DEB"/>
                </a:solidFill>
                <a:latin typeface="Segoe UI"/>
                <a:ea typeface="Segoe UI"/>
                <a:cs typeface="Segoe UI"/>
              </a:defRPr>
            </a:pPr>
            <a:r>
              <a:rPr sz="1950" b="1">
                <a:solidFill>
                  <a:srgbClr val="655DEB"/>
                </a:solidFill>
                <a:latin typeface="Segoe UI"/>
                <a:ea typeface="Segoe UI"/>
                <a:cs typeface="Segoe UI"/>
              </a:rPr>
              <a:t>›</a:t>
            </a:r>
          </a:p>
        </p:txBody>
      </p:sp>
      <p:sp>
        <p:nvSpPr>
          <p:cNvPr id="26" name="">
            <a:extLst xmlns:a="http://schemas.openxmlformats.org/drawingml/2006/main">
              <a:ext uri="{FF2B5EF4-FFF2-40B4-BE49-F238E27FC236}">
                <a16:creationId xmlns:a16="http://schemas.microsoft.com/office/drawing/2014/main" id="{362EF6AE-2511-4890-ACFD-BDB66D74A1A6}"/>
              </a:ext>
            </a:extLst>
          </p:cNvPr>
          <p:cNvSpPr>
            <a:spLocks xmlns:a="http://schemas.openxmlformats.org/drawingml/2006/main" noGrp="1"/>
          </p:cNvSpPr>
          <p:nvPr/>
        </p:nvSpPr>
        <p:spPr>
          <a:xfrm xmlns:a="http://schemas.openxmlformats.org/drawingml/2006/main">
            <a:off x="6191250" y="2428875"/>
            <a:ext cx="1676400" cy="1476375"/>
          </a:xfrm>
          <a:prstGeom xmlns:a="http://schemas.openxmlformats.org/drawingml/2006/main" prst="roundRect">
            <a:avLst>
              <a:gd name="adj" fmla="val 10323"/>
            </a:avLst>
          </a:prstGeom>
          <a:solidFill xmlns:a="http://schemas.openxmlformats.org/drawingml/2006/main">
            <a:srgbClr val="FFFFFF"/>
          </a:solidFill>
          <a:ln xmlns:a="http://schemas.openxmlformats.org/drawingml/2006/main" w="9525">
            <a:solidFill>
              <a:srgbClr val="E4E5EF"/>
            </a:solidFill>
            <a:prstDash val="solid"/>
          </a:ln>
        </p:spPr>
      </p:sp>
      <p:sp>
        <p:nvSpPr>
          <p:cNvPr id="27" name="">
            <a:extLst xmlns:a="http://schemas.openxmlformats.org/drawingml/2006/main">
              <a:ext uri="{FF2B5EF4-FFF2-40B4-BE49-F238E27FC236}">
                <a16:creationId xmlns:a16="http://schemas.microsoft.com/office/drawing/2014/main" id="{74E9238E-FF75-412A-B5F2-811436B8D465}"/>
              </a:ext>
            </a:extLst>
          </p:cNvPr>
          <p:cNvSpPr>
            <a:spLocks xmlns:a="http://schemas.openxmlformats.org/drawingml/2006/main" noGrp="1"/>
          </p:cNvSpPr>
          <p:nvPr/>
        </p:nvSpPr>
        <p:spPr>
          <a:xfrm xmlns:a="http://schemas.openxmlformats.org/drawingml/2006/main">
            <a:off x="6353175" y="2590800"/>
            <a:ext cx="323850" cy="323850"/>
          </a:xfrm>
          <a:prstGeom xmlns:a="http://schemas.openxmlformats.org/drawingml/2006/main" prst="ellipse">
            <a:avLst/>
          </a:prstGeom>
          <a:solidFill xmlns:a="http://schemas.openxmlformats.org/drawingml/2006/main">
            <a:srgbClr val="EFEE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D6E5DDD-E835-4AF7-93C1-C37CD5BA8620}"/>
              </a:ext>
            </a:extLst>
          </p:cNvPr>
          <p:cNvSpPr>
            <a:spLocks xmlns:a="http://schemas.openxmlformats.org/drawingml/2006/main" noGrp="1"/>
          </p:cNvSpPr>
          <p:nvPr/>
        </p:nvSpPr>
        <p:spPr>
          <a:xfrm xmlns:a="http://schemas.openxmlformats.org/drawingml/2006/main">
            <a:off x="6353175" y="26003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655DEB"/>
                </a:solidFill>
                <a:latin typeface="Segoe UI"/>
                <a:ea typeface="Segoe UI"/>
                <a:cs typeface="Segoe UI"/>
              </a:defRPr>
            </a:defPPr>
            <a:lvl1pPr algn="ctr">
              <a:defRPr sz="1050" b="1">
                <a:solidFill>
                  <a:srgbClr val="655DEB"/>
                </a:solidFill>
                <a:latin typeface="Segoe UI"/>
                <a:ea typeface="Segoe UI"/>
                <a:cs typeface="Segoe UI"/>
              </a:defRPr>
            </a:lvl1pPr>
            <a:lvl2pPr algn="ctr">
              <a:defRPr sz="1050" b="1">
                <a:solidFill>
                  <a:srgbClr val="655DEB"/>
                </a:solidFill>
                <a:latin typeface="Segoe UI"/>
                <a:ea typeface="Segoe UI"/>
                <a:cs typeface="Segoe UI"/>
              </a:defRPr>
            </a:lvl2pPr>
            <a:lvl3pPr algn="ctr">
              <a:defRPr sz="1050" b="1">
                <a:solidFill>
                  <a:srgbClr val="655DEB"/>
                </a:solidFill>
                <a:latin typeface="Segoe UI"/>
                <a:ea typeface="Segoe UI"/>
                <a:cs typeface="Segoe UI"/>
              </a:defRPr>
            </a:lvl3pPr>
            <a:lvl4pPr algn="ctr">
              <a:defRPr sz="1050" b="1">
                <a:solidFill>
                  <a:srgbClr val="655DEB"/>
                </a:solidFill>
                <a:latin typeface="Segoe UI"/>
                <a:ea typeface="Segoe UI"/>
                <a:cs typeface="Segoe UI"/>
              </a:defRPr>
            </a:lvl4pPr>
            <a:lvl5pPr algn="ctr">
              <a:defRPr sz="1050" b="1">
                <a:solidFill>
                  <a:srgbClr val="655DEB"/>
                </a:solidFill>
                <a:latin typeface="Segoe UI"/>
                <a:ea typeface="Segoe UI"/>
                <a:cs typeface="Segoe UI"/>
              </a:defRPr>
            </a:lvl5pPr>
            <a:lvl6pPr algn="ctr">
              <a:defRPr sz="1050" b="1">
                <a:solidFill>
                  <a:srgbClr val="655DEB"/>
                </a:solidFill>
                <a:latin typeface="Segoe UI"/>
                <a:ea typeface="Segoe UI"/>
                <a:cs typeface="Segoe UI"/>
              </a:defRPr>
            </a:lvl6pPr>
            <a:lvl7pPr algn="ctr">
              <a:defRPr sz="1050" b="1">
                <a:solidFill>
                  <a:srgbClr val="655DEB"/>
                </a:solidFill>
                <a:latin typeface="Segoe UI"/>
                <a:ea typeface="Segoe UI"/>
                <a:cs typeface="Segoe UI"/>
              </a:defRPr>
            </a:lvl7pPr>
            <a:lvl8pPr algn="ctr">
              <a:defRPr sz="1050" b="1">
                <a:solidFill>
                  <a:srgbClr val="655DEB"/>
                </a:solidFill>
                <a:latin typeface="Segoe UI"/>
                <a:ea typeface="Segoe UI"/>
                <a:cs typeface="Segoe UI"/>
              </a:defRPr>
            </a:lvl8pPr>
            <a:lvl9pPr algn="ctr">
              <a:defRPr sz="1050" b="1">
                <a:solidFill>
                  <a:srgbClr val="655DEB"/>
                </a:solidFill>
                <a:latin typeface="Segoe UI"/>
                <a:ea typeface="Segoe UI"/>
                <a:cs typeface="Segoe UI"/>
              </a:defRPr>
            </a:lvl9pPr>
          </a:lstStyle>
          <a:p xmlns:a="http://schemas.openxmlformats.org/drawingml/2006/main">
            <a:pPr algn="ctr">
              <a:defRPr sz="1050" b="1">
                <a:solidFill>
                  <a:srgbClr val="655DEB"/>
                </a:solidFill>
                <a:latin typeface="Segoe UI"/>
                <a:ea typeface="Segoe UI"/>
                <a:cs typeface="Segoe UI"/>
              </a:defRPr>
            </a:pPr>
            <a:r>
              <a:rPr sz="1050" b="1">
                <a:solidFill>
                  <a:srgbClr val="655DEB"/>
                </a:solidFill>
                <a:latin typeface="Segoe UI"/>
                <a:ea typeface="Segoe UI"/>
                <a:cs typeface="Segoe UI"/>
              </a:rPr>
              <a:t>4</a:t>
            </a:r>
          </a:p>
        </p:txBody>
      </p:sp>
      <p:sp>
        <p:nvSpPr>
          <p:cNvPr id="29" name="">
            <a:extLst xmlns:a="http://schemas.openxmlformats.org/drawingml/2006/main">
              <a:ext uri="{FF2B5EF4-FFF2-40B4-BE49-F238E27FC236}">
                <a16:creationId xmlns:a16="http://schemas.microsoft.com/office/drawing/2014/main" id="{2D0C764A-38A5-4AA4-B41B-148C51DA2D66}"/>
              </a:ext>
            </a:extLst>
          </p:cNvPr>
          <p:cNvSpPr>
            <a:spLocks xmlns:a="http://schemas.openxmlformats.org/drawingml/2006/main" noGrp="1"/>
          </p:cNvSpPr>
          <p:nvPr/>
        </p:nvSpPr>
        <p:spPr>
          <a:xfrm xmlns:a="http://schemas.openxmlformats.org/drawingml/2006/main">
            <a:off x="6353175" y="30289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1827"/>
                </a:solidFill>
                <a:latin typeface="Segoe UI"/>
                <a:ea typeface="Segoe UI"/>
                <a:cs typeface="Segoe UI"/>
              </a:defRPr>
            </a:defPPr>
            <a:lvl1pPr algn="l">
              <a:defRPr sz="1500" b="1">
                <a:solidFill>
                  <a:srgbClr val="171827"/>
                </a:solidFill>
                <a:latin typeface="Segoe UI"/>
                <a:ea typeface="Segoe UI"/>
                <a:cs typeface="Segoe UI"/>
              </a:defRPr>
            </a:lvl1pPr>
            <a:lvl2pPr algn="l">
              <a:defRPr sz="1500" b="1">
                <a:solidFill>
                  <a:srgbClr val="171827"/>
                </a:solidFill>
                <a:latin typeface="Segoe UI"/>
                <a:ea typeface="Segoe UI"/>
                <a:cs typeface="Segoe UI"/>
              </a:defRPr>
            </a:lvl2pPr>
            <a:lvl3pPr algn="l">
              <a:defRPr sz="1500" b="1">
                <a:solidFill>
                  <a:srgbClr val="171827"/>
                </a:solidFill>
                <a:latin typeface="Segoe UI"/>
                <a:ea typeface="Segoe UI"/>
                <a:cs typeface="Segoe UI"/>
              </a:defRPr>
            </a:lvl3pPr>
            <a:lvl4pPr algn="l">
              <a:defRPr sz="1500" b="1">
                <a:solidFill>
                  <a:srgbClr val="171827"/>
                </a:solidFill>
                <a:latin typeface="Segoe UI"/>
                <a:ea typeface="Segoe UI"/>
                <a:cs typeface="Segoe UI"/>
              </a:defRPr>
            </a:lvl4pPr>
            <a:lvl5pPr algn="l">
              <a:defRPr sz="1500" b="1">
                <a:solidFill>
                  <a:srgbClr val="171827"/>
                </a:solidFill>
                <a:latin typeface="Segoe UI"/>
                <a:ea typeface="Segoe UI"/>
                <a:cs typeface="Segoe UI"/>
              </a:defRPr>
            </a:lvl5pPr>
            <a:lvl6pPr algn="l">
              <a:defRPr sz="1500" b="1">
                <a:solidFill>
                  <a:srgbClr val="171827"/>
                </a:solidFill>
                <a:latin typeface="Segoe UI"/>
                <a:ea typeface="Segoe UI"/>
                <a:cs typeface="Segoe UI"/>
              </a:defRPr>
            </a:lvl6pPr>
            <a:lvl7pPr algn="l">
              <a:defRPr sz="1500" b="1">
                <a:solidFill>
                  <a:srgbClr val="171827"/>
                </a:solidFill>
                <a:latin typeface="Segoe UI"/>
                <a:ea typeface="Segoe UI"/>
                <a:cs typeface="Segoe UI"/>
              </a:defRPr>
            </a:lvl7pPr>
            <a:lvl8pPr algn="l">
              <a:defRPr sz="1500" b="1">
                <a:solidFill>
                  <a:srgbClr val="171827"/>
                </a:solidFill>
                <a:latin typeface="Segoe UI"/>
                <a:ea typeface="Segoe UI"/>
                <a:cs typeface="Segoe UI"/>
              </a:defRPr>
            </a:lvl8pPr>
            <a:lvl9pPr algn="l">
              <a:defRPr sz="1500" b="1">
                <a:solidFill>
                  <a:srgbClr val="171827"/>
                </a:solidFill>
                <a:latin typeface="Segoe UI"/>
                <a:ea typeface="Segoe UI"/>
                <a:cs typeface="Segoe UI"/>
              </a:defRPr>
            </a:lvl9pPr>
          </a:lstStyle>
          <a:p xmlns:a="http://schemas.openxmlformats.org/drawingml/2006/main">
            <a:pPr algn="l">
              <a:defRPr sz="1500" b="1">
                <a:solidFill>
                  <a:srgbClr val="171827"/>
                </a:solidFill>
                <a:latin typeface="Segoe UI"/>
                <a:ea typeface="Segoe UI"/>
                <a:cs typeface="Segoe UI"/>
              </a:defRPr>
            </a:pPr>
            <a:r>
              <a:rPr sz="1500" b="1">
                <a:solidFill>
                  <a:srgbClr val="171827"/>
                </a:solidFill>
                <a:latin typeface="Segoe UI"/>
                <a:ea typeface="Segoe UI"/>
                <a:cs typeface="Segoe UI"/>
              </a:rPr>
              <a:t>Publish</a:t>
            </a:r>
          </a:p>
        </p:txBody>
      </p:sp>
      <p:sp>
        <p:nvSpPr>
          <p:cNvPr id="30" name="">
            <a:extLst xmlns:a="http://schemas.openxmlformats.org/drawingml/2006/main">
              <a:ext uri="{FF2B5EF4-FFF2-40B4-BE49-F238E27FC236}">
                <a16:creationId xmlns:a16="http://schemas.microsoft.com/office/drawing/2014/main" id="{AFFC6211-B208-4A70-8962-5E753B5D4A8C}"/>
              </a:ext>
            </a:extLst>
          </p:cNvPr>
          <p:cNvSpPr>
            <a:spLocks xmlns:a="http://schemas.openxmlformats.org/drawingml/2006/main" noGrp="1"/>
          </p:cNvSpPr>
          <p:nvPr/>
        </p:nvSpPr>
        <p:spPr>
          <a:xfrm xmlns:a="http://schemas.openxmlformats.org/drawingml/2006/main">
            <a:off x="6353175" y="33528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Freeze a</a:t>
            </a:r>
          </a:p>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version</a:t>
            </a:r>
          </a:p>
        </p:txBody>
      </p:sp>
      <p:sp>
        <p:nvSpPr>
          <p:cNvPr id="31" name="">
            <a:extLst xmlns:a="http://schemas.openxmlformats.org/drawingml/2006/main">
              <a:ext uri="{FF2B5EF4-FFF2-40B4-BE49-F238E27FC236}">
                <a16:creationId xmlns:a16="http://schemas.microsoft.com/office/drawing/2014/main" id="{87CA8CD3-C2D5-4F5E-9798-8B270F85843C}"/>
              </a:ext>
            </a:extLst>
          </p:cNvPr>
          <p:cNvSpPr>
            <a:spLocks xmlns:a="http://schemas.openxmlformats.org/drawingml/2006/main" noGrp="1"/>
          </p:cNvSpPr>
          <p:nvPr/>
        </p:nvSpPr>
        <p:spPr>
          <a:xfrm xmlns:a="http://schemas.openxmlformats.org/drawingml/2006/main">
            <a:off x="7877175" y="2952750"/>
            <a:ext cx="17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655DEB"/>
                </a:solidFill>
                <a:latin typeface="Segoe UI"/>
                <a:ea typeface="Segoe UI"/>
                <a:cs typeface="Segoe UI"/>
              </a:defRPr>
            </a:defPPr>
            <a:lvl1pPr algn="ctr">
              <a:defRPr sz="1950" b="1">
                <a:solidFill>
                  <a:srgbClr val="655DEB"/>
                </a:solidFill>
                <a:latin typeface="Segoe UI"/>
                <a:ea typeface="Segoe UI"/>
                <a:cs typeface="Segoe UI"/>
              </a:defRPr>
            </a:lvl1pPr>
            <a:lvl2pPr algn="ctr">
              <a:defRPr sz="1950" b="1">
                <a:solidFill>
                  <a:srgbClr val="655DEB"/>
                </a:solidFill>
                <a:latin typeface="Segoe UI"/>
                <a:ea typeface="Segoe UI"/>
                <a:cs typeface="Segoe UI"/>
              </a:defRPr>
            </a:lvl2pPr>
            <a:lvl3pPr algn="ctr">
              <a:defRPr sz="1950" b="1">
                <a:solidFill>
                  <a:srgbClr val="655DEB"/>
                </a:solidFill>
                <a:latin typeface="Segoe UI"/>
                <a:ea typeface="Segoe UI"/>
                <a:cs typeface="Segoe UI"/>
              </a:defRPr>
            </a:lvl3pPr>
            <a:lvl4pPr algn="ctr">
              <a:defRPr sz="1950" b="1">
                <a:solidFill>
                  <a:srgbClr val="655DEB"/>
                </a:solidFill>
                <a:latin typeface="Segoe UI"/>
                <a:ea typeface="Segoe UI"/>
                <a:cs typeface="Segoe UI"/>
              </a:defRPr>
            </a:lvl4pPr>
            <a:lvl5pPr algn="ctr">
              <a:defRPr sz="1950" b="1">
                <a:solidFill>
                  <a:srgbClr val="655DEB"/>
                </a:solidFill>
                <a:latin typeface="Segoe UI"/>
                <a:ea typeface="Segoe UI"/>
                <a:cs typeface="Segoe UI"/>
              </a:defRPr>
            </a:lvl5pPr>
            <a:lvl6pPr algn="ctr">
              <a:defRPr sz="1950" b="1">
                <a:solidFill>
                  <a:srgbClr val="655DEB"/>
                </a:solidFill>
                <a:latin typeface="Segoe UI"/>
                <a:ea typeface="Segoe UI"/>
                <a:cs typeface="Segoe UI"/>
              </a:defRPr>
            </a:lvl6pPr>
            <a:lvl7pPr algn="ctr">
              <a:defRPr sz="1950" b="1">
                <a:solidFill>
                  <a:srgbClr val="655DEB"/>
                </a:solidFill>
                <a:latin typeface="Segoe UI"/>
                <a:ea typeface="Segoe UI"/>
                <a:cs typeface="Segoe UI"/>
              </a:defRPr>
            </a:lvl7pPr>
            <a:lvl8pPr algn="ctr">
              <a:defRPr sz="1950" b="1">
                <a:solidFill>
                  <a:srgbClr val="655DEB"/>
                </a:solidFill>
                <a:latin typeface="Segoe UI"/>
                <a:ea typeface="Segoe UI"/>
                <a:cs typeface="Segoe UI"/>
              </a:defRPr>
            </a:lvl8pPr>
            <a:lvl9pPr algn="ctr">
              <a:defRPr sz="1950" b="1">
                <a:solidFill>
                  <a:srgbClr val="655DEB"/>
                </a:solidFill>
                <a:latin typeface="Segoe UI"/>
                <a:ea typeface="Segoe UI"/>
                <a:cs typeface="Segoe UI"/>
              </a:defRPr>
            </a:lvl9pPr>
          </a:lstStyle>
          <a:p xmlns:a="http://schemas.openxmlformats.org/drawingml/2006/main">
            <a:pPr algn="ctr">
              <a:defRPr sz="1950" b="1">
                <a:solidFill>
                  <a:srgbClr val="655DEB"/>
                </a:solidFill>
                <a:latin typeface="Segoe UI"/>
                <a:ea typeface="Segoe UI"/>
                <a:cs typeface="Segoe UI"/>
              </a:defRPr>
            </a:pPr>
            <a:r>
              <a:rPr sz="1950" b="1">
                <a:solidFill>
                  <a:srgbClr val="655DEB"/>
                </a:solidFill>
                <a:latin typeface="Segoe UI"/>
                <a:ea typeface="Segoe UI"/>
                <a:cs typeface="Segoe UI"/>
              </a:rPr>
              <a:t>›</a:t>
            </a:r>
          </a:p>
        </p:txBody>
      </p:sp>
      <p:sp>
        <p:nvSpPr>
          <p:cNvPr id="32" name="">
            <a:extLst xmlns:a="http://schemas.openxmlformats.org/drawingml/2006/main">
              <a:ext uri="{FF2B5EF4-FFF2-40B4-BE49-F238E27FC236}">
                <a16:creationId xmlns:a16="http://schemas.microsoft.com/office/drawing/2014/main" id="{A3EFDA9D-842D-4522-ACA3-151DDFDAE9DE}"/>
              </a:ext>
            </a:extLst>
          </p:cNvPr>
          <p:cNvSpPr>
            <a:spLocks xmlns:a="http://schemas.openxmlformats.org/drawingml/2006/main" noGrp="1"/>
          </p:cNvSpPr>
          <p:nvPr/>
        </p:nvSpPr>
        <p:spPr>
          <a:xfrm xmlns:a="http://schemas.openxmlformats.org/drawingml/2006/main">
            <a:off x="8029575" y="2428875"/>
            <a:ext cx="1676400" cy="1476375"/>
          </a:xfrm>
          <a:prstGeom xmlns:a="http://schemas.openxmlformats.org/drawingml/2006/main" prst="roundRect">
            <a:avLst>
              <a:gd name="adj" fmla="val 10323"/>
            </a:avLst>
          </a:prstGeom>
          <a:solidFill xmlns:a="http://schemas.openxmlformats.org/drawingml/2006/main">
            <a:srgbClr val="FFFFFF"/>
          </a:solidFill>
          <a:ln xmlns:a="http://schemas.openxmlformats.org/drawingml/2006/main" w="9525">
            <a:solidFill>
              <a:srgbClr val="E4E5EF"/>
            </a:solidFill>
            <a:prstDash val="solid"/>
          </a:ln>
        </p:spPr>
      </p:sp>
      <p:sp>
        <p:nvSpPr>
          <p:cNvPr id="33" name="">
            <a:extLst xmlns:a="http://schemas.openxmlformats.org/drawingml/2006/main">
              <a:ext uri="{FF2B5EF4-FFF2-40B4-BE49-F238E27FC236}">
                <a16:creationId xmlns:a16="http://schemas.microsoft.com/office/drawing/2014/main" id="{F0A1BF09-0585-4461-9962-A08ABF21BE33}"/>
              </a:ext>
            </a:extLst>
          </p:cNvPr>
          <p:cNvSpPr>
            <a:spLocks xmlns:a="http://schemas.openxmlformats.org/drawingml/2006/main" noGrp="1"/>
          </p:cNvSpPr>
          <p:nvPr/>
        </p:nvSpPr>
        <p:spPr>
          <a:xfrm xmlns:a="http://schemas.openxmlformats.org/drawingml/2006/main">
            <a:off x="8191500" y="2590800"/>
            <a:ext cx="323850" cy="323850"/>
          </a:xfrm>
          <a:prstGeom xmlns:a="http://schemas.openxmlformats.org/drawingml/2006/main" prst="ellipse">
            <a:avLst/>
          </a:prstGeom>
          <a:solidFill xmlns:a="http://schemas.openxmlformats.org/drawingml/2006/main">
            <a:srgbClr val="EFEE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40CD5EF-CBD0-4335-A68C-9197E80D85EA}"/>
              </a:ext>
            </a:extLst>
          </p:cNvPr>
          <p:cNvSpPr>
            <a:spLocks xmlns:a="http://schemas.openxmlformats.org/drawingml/2006/main" noGrp="1"/>
          </p:cNvSpPr>
          <p:nvPr/>
        </p:nvSpPr>
        <p:spPr>
          <a:xfrm xmlns:a="http://schemas.openxmlformats.org/drawingml/2006/main">
            <a:off x="8191500" y="26003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655DEB"/>
                </a:solidFill>
                <a:latin typeface="Segoe UI"/>
                <a:ea typeface="Segoe UI"/>
                <a:cs typeface="Segoe UI"/>
              </a:defRPr>
            </a:defPPr>
            <a:lvl1pPr algn="ctr">
              <a:defRPr sz="1050" b="1">
                <a:solidFill>
                  <a:srgbClr val="655DEB"/>
                </a:solidFill>
                <a:latin typeface="Segoe UI"/>
                <a:ea typeface="Segoe UI"/>
                <a:cs typeface="Segoe UI"/>
              </a:defRPr>
            </a:lvl1pPr>
            <a:lvl2pPr algn="ctr">
              <a:defRPr sz="1050" b="1">
                <a:solidFill>
                  <a:srgbClr val="655DEB"/>
                </a:solidFill>
                <a:latin typeface="Segoe UI"/>
                <a:ea typeface="Segoe UI"/>
                <a:cs typeface="Segoe UI"/>
              </a:defRPr>
            </a:lvl2pPr>
            <a:lvl3pPr algn="ctr">
              <a:defRPr sz="1050" b="1">
                <a:solidFill>
                  <a:srgbClr val="655DEB"/>
                </a:solidFill>
                <a:latin typeface="Segoe UI"/>
                <a:ea typeface="Segoe UI"/>
                <a:cs typeface="Segoe UI"/>
              </a:defRPr>
            </a:lvl3pPr>
            <a:lvl4pPr algn="ctr">
              <a:defRPr sz="1050" b="1">
                <a:solidFill>
                  <a:srgbClr val="655DEB"/>
                </a:solidFill>
                <a:latin typeface="Segoe UI"/>
                <a:ea typeface="Segoe UI"/>
                <a:cs typeface="Segoe UI"/>
              </a:defRPr>
            </a:lvl4pPr>
            <a:lvl5pPr algn="ctr">
              <a:defRPr sz="1050" b="1">
                <a:solidFill>
                  <a:srgbClr val="655DEB"/>
                </a:solidFill>
                <a:latin typeface="Segoe UI"/>
                <a:ea typeface="Segoe UI"/>
                <a:cs typeface="Segoe UI"/>
              </a:defRPr>
            </a:lvl5pPr>
            <a:lvl6pPr algn="ctr">
              <a:defRPr sz="1050" b="1">
                <a:solidFill>
                  <a:srgbClr val="655DEB"/>
                </a:solidFill>
                <a:latin typeface="Segoe UI"/>
                <a:ea typeface="Segoe UI"/>
                <a:cs typeface="Segoe UI"/>
              </a:defRPr>
            </a:lvl6pPr>
            <a:lvl7pPr algn="ctr">
              <a:defRPr sz="1050" b="1">
                <a:solidFill>
                  <a:srgbClr val="655DEB"/>
                </a:solidFill>
                <a:latin typeface="Segoe UI"/>
                <a:ea typeface="Segoe UI"/>
                <a:cs typeface="Segoe UI"/>
              </a:defRPr>
            </a:lvl7pPr>
            <a:lvl8pPr algn="ctr">
              <a:defRPr sz="1050" b="1">
                <a:solidFill>
                  <a:srgbClr val="655DEB"/>
                </a:solidFill>
                <a:latin typeface="Segoe UI"/>
                <a:ea typeface="Segoe UI"/>
                <a:cs typeface="Segoe UI"/>
              </a:defRPr>
            </a:lvl8pPr>
            <a:lvl9pPr algn="ctr">
              <a:defRPr sz="1050" b="1">
                <a:solidFill>
                  <a:srgbClr val="655DEB"/>
                </a:solidFill>
                <a:latin typeface="Segoe UI"/>
                <a:ea typeface="Segoe UI"/>
                <a:cs typeface="Segoe UI"/>
              </a:defRPr>
            </a:lvl9pPr>
          </a:lstStyle>
          <a:p xmlns:a="http://schemas.openxmlformats.org/drawingml/2006/main">
            <a:pPr algn="ctr">
              <a:defRPr sz="1050" b="1">
                <a:solidFill>
                  <a:srgbClr val="655DEB"/>
                </a:solidFill>
                <a:latin typeface="Segoe UI"/>
                <a:ea typeface="Segoe UI"/>
                <a:cs typeface="Segoe UI"/>
              </a:defRPr>
            </a:pPr>
            <a:r>
              <a:rPr sz="1050" b="1">
                <a:solidFill>
                  <a:srgbClr val="655DEB"/>
                </a:solidFill>
                <a:latin typeface="Segoe UI"/>
                <a:ea typeface="Segoe UI"/>
                <a:cs typeface="Segoe UI"/>
              </a:rPr>
              <a:t>5</a:t>
            </a:r>
          </a:p>
        </p:txBody>
      </p:sp>
      <p:sp>
        <p:nvSpPr>
          <p:cNvPr id="35" name="">
            <a:extLst xmlns:a="http://schemas.openxmlformats.org/drawingml/2006/main">
              <a:ext uri="{FF2B5EF4-FFF2-40B4-BE49-F238E27FC236}">
                <a16:creationId xmlns:a16="http://schemas.microsoft.com/office/drawing/2014/main" id="{1F842781-7DA1-4848-964D-C7357DDA63D6}"/>
              </a:ext>
            </a:extLst>
          </p:cNvPr>
          <p:cNvSpPr>
            <a:spLocks xmlns:a="http://schemas.openxmlformats.org/drawingml/2006/main" noGrp="1"/>
          </p:cNvSpPr>
          <p:nvPr/>
        </p:nvSpPr>
        <p:spPr>
          <a:xfrm xmlns:a="http://schemas.openxmlformats.org/drawingml/2006/main">
            <a:off x="8191500" y="30289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1827"/>
                </a:solidFill>
                <a:latin typeface="Segoe UI"/>
                <a:ea typeface="Segoe UI"/>
                <a:cs typeface="Segoe UI"/>
              </a:defRPr>
            </a:defPPr>
            <a:lvl1pPr algn="l">
              <a:defRPr sz="1500" b="1">
                <a:solidFill>
                  <a:srgbClr val="171827"/>
                </a:solidFill>
                <a:latin typeface="Segoe UI"/>
                <a:ea typeface="Segoe UI"/>
                <a:cs typeface="Segoe UI"/>
              </a:defRPr>
            </a:lvl1pPr>
            <a:lvl2pPr algn="l">
              <a:defRPr sz="1500" b="1">
                <a:solidFill>
                  <a:srgbClr val="171827"/>
                </a:solidFill>
                <a:latin typeface="Segoe UI"/>
                <a:ea typeface="Segoe UI"/>
                <a:cs typeface="Segoe UI"/>
              </a:defRPr>
            </a:lvl2pPr>
            <a:lvl3pPr algn="l">
              <a:defRPr sz="1500" b="1">
                <a:solidFill>
                  <a:srgbClr val="171827"/>
                </a:solidFill>
                <a:latin typeface="Segoe UI"/>
                <a:ea typeface="Segoe UI"/>
                <a:cs typeface="Segoe UI"/>
              </a:defRPr>
            </a:lvl3pPr>
            <a:lvl4pPr algn="l">
              <a:defRPr sz="1500" b="1">
                <a:solidFill>
                  <a:srgbClr val="171827"/>
                </a:solidFill>
                <a:latin typeface="Segoe UI"/>
                <a:ea typeface="Segoe UI"/>
                <a:cs typeface="Segoe UI"/>
              </a:defRPr>
            </a:lvl4pPr>
            <a:lvl5pPr algn="l">
              <a:defRPr sz="1500" b="1">
                <a:solidFill>
                  <a:srgbClr val="171827"/>
                </a:solidFill>
                <a:latin typeface="Segoe UI"/>
                <a:ea typeface="Segoe UI"/>
                <a:cs typeface="Segoe UI"/>
              </a:defRPr>
            </a:lvl5pPr>
            <a:lvl6pPr algn="l">
              <a:defRPr sz="1500" b="1">
                <a:solidFill>
                  <a:srgbClr val="171827"/>
                </a:solidFill>
                <a:latin typeface="Segoe UI"/>
                <a:ea typeface="Segoe UI"/>
                <a:cs typeface="Segoe UI"/>
              </a:defRPr>
            </a:lvl6pPr>
            <a:lvl7pPr algn="l">
              <a:defRPr sz="1500" b="1">
                <a:solidFill>
                  <a:srgbClr val="171827"/>
                </a:solidFill>
                <a:latin typeface="Segoe UI"/>
                <a:ea typeface="Segoe UI"/>
                <a:cs typeface="Segoe UI"/>
              </a:defRPr>
            </a:lvl7pPr>
            <a:lvl8pPr algn="l">
              <a:defRPr sz="1500" b="1">
                <a:solidFill>
                  <a:srgbClr val="171827"/>
                </a:solidFill>
                <a:latin typeface="Segoe UI"/>
                <a:ea typeface="Segoe UI"/>
                <a:cs typeface="Segoe UI"/>
              </a:defRPr>
            </a:lvl8pPr>
            <a:lvl9pPr algn="l">
              <a:defRPr sz="1500" b="1">
                <a:solidFill>
                  <a:srgbClr val="171827"/>
                </a:solidFill>
                <a:latin typeface="Segoe UI"/>
                <a:ea typeface="Segoe UI"/>
                <a:cs typeface="Segoe UI"/>
              </a:defRPr>
            </a:lvl9pPr>
          </a:lstStyle>
          <a:p xmlns:a="http://schemas.openxmlformats.org/drawingml/2006/main">
            <a:pPr algn="l">
              <a:defRPr sz="1500" b="1">
                <a:solidFill>
                  <a:srgbClr val="171827"/>
                </a:solidFill>
                <a:latin typeface="Segoe UI"/>
                <a:ea typeface="Segoe UI"/>
                <a:cs typeface="Segoe UI"/>
              </a:defRPr>
            </a:pPr>
            <a:r>
              <a:rPr sz="1500" b="1">
                <a:solidFill>
                  <a:srgbClr val="171827"/>
                </a:solidFill>
                <a:latin typeface="Segoe UI"/>
                <a:ea typeface="Segoe UI"/>
                <a:cs typeface="Segoe UI"/>
              </a:rPr>
              <a:t>Enable</a:t>
            </a:r>
          </a:p>
        </p:txBody>
      </p:sp>
      <p:sp>
        <p:nvSpPr>
          <p:cNvPr id="36" name="">
            <a:extLst xmlns:a="http://schemas.openxmlformats.org/drawingml/2006/main">
              <a:ext uri="{FF2B5EF4-FFF2-40B4-BE49-F238E27FC236}">
                <a16:creationId xmlns:a16="http://schemas.microsoft.com/office/drawing/2014/main" id="{155D5E67-96AE-44BD-8F79-EF9ADF8FE8F2}"/>
              </a:ext>
            </a:extLst>
          </p:cNvPr>
          <p:cNvSpPr>
            <a:spLocks xmlns:a="http://schemas.openxmlformats.org/drawingml/2006/main" noGrp="1"/>
          </p:cNvSpPr>
          <p:nvPr/>
        </p:nvSpPr>
        <p:spPr>
          <a:xfrm xmlns:a="http://schemas.openxmlformats.org/drawingml/2006/main">
            <a:off x="8191500" y="33528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Allow matching</a:t>
            </a:r>
          </a:p>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events</a:t>
            </a:r>
          </a:p>
        </p:txBody>
      </p:sp>
      <p:sp>
        <p:nvSpPr>
          <p:cNvPr id="37" name="">
            <a:extLst xmlns:a="http://schemas.openxmlformats.org/drawingml/2006/main">
              <a:ext uri="{FF2B5EF4-FFF2-40B4-BE49-F238E27FC236}">
                <a16:creationId xmlns:a16="http://schemas.microsoft.com/office/drawing/2014/main" id="{412E862F-7F97-4073-A220-F670014051BA}"/>
              </a:ext>
            </a:extLst>
          </p:cNvPr>
          <p:cNvSpPr>
            <a:spLocks xmlns:a="http://schemas.openxmlformats.org/drawingml/2006/main" noGrp="1"/>
          </p:cNvSpPr>
          <p:nvPr/>
        </p:nvSpPr>
        <p:spPr>
          <a:xfrm xmlns:a="http://schemas.openxmlformats.org/drawingml/2006/main">
            <a:off x="9715500" y="2952750"/>
            <a:ext cx="17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655DEB"/>
                </a:solidFill>
                <a:latin typeface="Segoe UI"/>
                <a:ea typeface="Segoe UI"/>
                <a:cs typeface="Segoe UI"/>
              </a:defRPr>
            </a:defPPr>
            <a:lvl1pPr algn="ctr">
              <a:defRPr sz="1950" b="1">
                <a:solidFill>
                  <a:srgbClr val="655DEB"/>
                </a:solidFill>
                <a:latin typeface="Segoe UI"/>
                <a:ea typeface="Segoe UI"/>
                <a:cs typeface="Segoe UI"/>
              </a:defRPr>
            </a:lvl1pPr>
            <a:lvl2pPr algn="ctr">
              <a:defRPr sz="1950" b="1">
                <a:solidFill>
                  <a:srgbClr val="655DEB"/>
                </a:solidFill>
                <a:latin typeface="Segoe UI"/>
                <a:ea typeface="Segoe UI"/>
                <a:cs typeface="Segoe UI"/>
              </a:defRPr>
            </a:lvl2pPr>
            <a:lvl3pPr algn="ctr">
              <a:defRPr sz="1950" b="1">
                <a:solidFill>
                  <a:srgbClr val="655DEB"/>
                </a:solidFill>
                <a:latin typeface="Segoe UI"/>
                <a:ea typeface="Segoe UI"/>
                <a:cs typeface="Segoe UI"/>
              </a:defRPr>
            </a:lvl3pPr>
            <a:lvl4pPr algn="ctr">
              <a:defRPr sz="1950" b="1">
                <a:solidFill>
                  <a:srgbClr val="655DEB"/>
                </a:solidFill>
                <a:latin typeface="Segoe UI"/>
                <a:ea typeface="Segoe UI"/>
                <a:cs typeface="Segoe UI"/>
              </a:defRPr>
            </a:lvl4pPr>
            <a:lvl5pPr algn="ctr">
              <a:defRPr sz="1950" b="1">
                <a:solidFill>
                  <a:srgbClr val="655DEB"/>
                </a:solidFill>
                <a:latin typeface="Segoe UI"/>
                <a:ea typeface="Segoe UI"/>
                <a:cs typeface="Segoe UI"/>
              </a:defRPr>
            </a:lvl5pPr>
            <a:lvl6pPr algn="ctr">
              <a:defRPr sz="1950" b="1">
                <a:solidFill>
                  <a:srgbClr val="655DEB"/>
                </a:solidFill>
                <a:latin typeface="Segoe UI"/>
                <a:ea typeface="Segoe UI"/>
                <a:cs typeface="Segoe UI"/>
              </a:defRPr>
            </a:lvl6pPr>
            <a:lvl7pPr algn="ctr">
              <a:defRPr sz="1950" b="1">
                <a:solidFill>
                  <a:srgbClr val="655DEB"/>
                </a:solidFill>
                <a:latin typeface="Segoe UI"/>
                <a:ea typeface="Segoe UI"/>
                <a:cs typeface="Segoe UI"/>
              </a:defRPr>
            </a:lvl7pPr>
            <a:lvl8pPr algn="ctr">
              <a:defRPr sz="1950" b="1">
                <a:solidFill>
                  <a:srgbClr val="655DEB"/>
                </a:solidFill>
                <a:latin typeface="Segoe UI"/>
                <a:ea typeface="Segoe UI"/>
                <a:cs typeface="Segoe UI"/>
              </a:defRPr>
            </a:lvl8pPr>
            <a:lvl9pPr algn="ctr">
              <a:defRPr sz="1950" b="1">
                <a:solidFill>
                  <a:srgbClr val="655DEB"/>
                </a:solidFill>
                <a:latin typeface="Segoe UI"/>
                <a:ea typeface="Segoe UI"/>
                <a:cs typeface="Segoe UI"/>
              </a:defRPr>
            </a:lvl9pPr>
          </a:lstStyle>
          <a:p xmlns:a="http://schemas.openxmlformats.org/drawingml/2006/main">
            <a:pPr algn="ctr">
              <a:defRPr sz="1950" b="1">
                <a:solidFill>
                  <a:srgbClr val="655DEB"/>
                </a:solidFill>
                <a:latin typeface="Segoe UI"/>
                <a:ea typeface="Segoe UI"/>
                <a:cs typeface="Segoe UI"/>
              </a:defRPr>
            </a:pPr>
            <a:r>
              <a:rPr sz="1950" b="1">
                <a:solidFill>
                  <a:srgbClr val="655DEB"/>
                </a:solidFill>
                <a:latin typeface="Segoe UI"/>
                <a:ea typeface="Segoe UI"/>
                <a:cs typeface="Segoe UI"/>
              </a:rPr>
              <a:t>›</a:t>
            </a:r>
          </a:p>
        </p:txBody>
      </p:sp>
      <p:sp>
        <p:nvSpPr>
          <p:cNvPr id="38" name="">
            <a:extLst xmlns:a="http://schemas.openxmlformats.org/drawingml/2006/main">
              <a:ext uri="{FF2B5EF4-FFF2-40B4-BE49-F238E27FC236}">
                <a16:creationId xmlns:a16="http://schemas.microsoft.com/office/drawing/2014/main" id="{4F81623C-3128-4C42-B02F-E4FF98CD4182}"/>
              </a:ext>
            </a:extLst>
          </p:cNvPr>
          <p:cNvSpPr>
            <a:spLocks xmlns:a="http://schemas.openxmlformats.org/drawingml/2006/main" noGrp="1"/>
          </p:cNvSpPr>
          <p:nvPr/>
        </p:nvSpPr>
        <p:spPr>
          <a:xfrm xmlns:a="http://schemas.openxmlformats.org/drawingml/2006/main">
            <a:off x="9867900" y="2428875"/>
            <a:ext cx="1676400" cy="1476375"/>
          </a:xfrm>
          <a:prstGeom xmlns:a="http://schemas.openxmlformats.org/drawingml/2006/main" prst="roundRect">
            <a:avLst>
              <a:gd name="adj" fmla="val 10323"/>
            </a:avLst>
          </a:prstGeom>
          <a:solidFill xmlns:a="http://schemas.openxmlformats.org/drawingml/2006/main">
            <a:srgbClr val="191A31"/>
          </a:solidFill>
          <a:ln xmlns:a="http://schemas.openxmlformats.org/drawingml/2006/main" w="9525">
            <a:solidFill>
              <a:srgbClr val="191A31"/>
            </a:solidFill>
            <a:prstDash val="solid"/>
          </a:ln>
        </p:spPr>
      </p:sp>
      <p:sp>
        <p:nvSpPr>
          <p:cNvPr id="39" name="">
            <a:extLst xmlns:a="http://schemas.openxmlformats.org/drawingml/2006/main">
              <a:ext uri="{FF2B5EF4-FFF2-40B4-BE49-F238E27FC236}">
                <a16:creationId xmlns:a16="http://schemas.microsoft.com/office/drawing/2014/main" id="{D081586B-B60E-4514-A5E5-92E344555A4D}"/>
              </a:ext>
            </a:extLst>
          </p:cNvPr>
          <p:cNvSpPr>
            <a:spLocks xmlns:a="http://schemas.openxmlformats.org/drawingml/2006/main" noGrp="1"/>
          </p:cNvSpPr>
          <p:nvPr/>
        </p:nvSpPr>
        <p:spPr>
          <a:xfrm xmlns:a="http://schemas.openxmlformats.org/drawingml/2006/main">
            <a:off x="10029825" y="2590800"/>
            <a:ext cx="323850" cy="323850"/>
          </a:xfrm>
          <a:prstGeom xmlns:a="http://schemas.openxmlformats.org/drawingml/2006/main" prst="ellipse">
            <a:avLst/>
          </a:prstGeom>
          <a:solidFill xmlns:a="http://schemas.openxmlformats.org/drawingml/2006/main">
            <a:srgbClr val="655DEB"/>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DDD7DA2-CF0B-419F-99A6-45EB2292C7E8}"/>
              </a:ext>
            </a:extLst>
          </p:cNvPr>
          <p:cNvSpPr>
            <a:spLocks xmlns:a="http://schemas.openxmlformats.org/drawingml/2006/main" noGrp="1"/>
          </p:cNvSpPr>
          <p:nvPr/>
        </p:nvSpPr>
        <p:spPr>
          <a:xfrm xmlns:a="http://schemas.openxmlformats.org/drawingml/2006/main">
            <a:off x="10029825" y="26003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Segoe UI"/>
                <a:ea typeface="Segoe UI"/>
                <a:cs typeface="Segoe UI"/>
              </a:defRPr>
            </a:defPPr>
            <a:lvl1pPr algn="ctr">
              <a:defRPr sz="1050" b="1">
                <a:solidFill>
                  <a:srgbClr val="FFFFFF"/>
                </a:solidFill>
                <a:latin typeface="Segoe UI"/>
                <a:ea typeface="Segoe UI"/>
                <a:cs typeface="Segoe UI"/>
              </a:defRPr>
            </a:lvl1pPr>
            <a:lvl2pPr algn="ctr">
              <a:defRPr sz="1050" b="1">
                <a:solidFill>
                  <a:srgbClr val="FFFFFF"/>
                </a:solidFill>
                <a:latin typeface="Segoe UI"/>
                <a:ea typeface="Segoe UI"/>
                <a:cs typeface="Segoe UI"/>
              </a:defRPr>
            </a:lvl2pPr>
            <a:lvl3pPr algn="ctr">
              <a:defRPr sz="1050" b="1">
                <a:solidFill>
                  <a:srgbClr val="FFFFFF"/>
                </a:solidFill>
                <a:latin typeface="Segoe UI"/>
                <a:ea typeface="Segoe UI"/>
                <a:cs typeface="Segoe UI"/>
              </a:defRPr>
            </a:lvl3pPr>
            <a:lvl4pPr algn="ctr">
              <a:defRPr sz="1050" b="1">
                <a:solidFill>
                  <a:srgbClr val="FFFFFF"/>
                </a:solidFill>
                <a:latin typeface="Segoe UI"/>
                <a:ea typeface="Segoe UI"/>
                <a:cs typeface="Segoe UI"/>
              </a:defRPr>
            </a:lvl4pPr>
            <a:lvl5pPr algn="ctr">
              <a:defRPr sz="1050" b="1">
                <a:solidFill>
                  <a:srgbClr val="FFFFFF"/>
                </a:solidFill>
                <a:latin typeface="Segoe UI"/>
                <a:ea typeface="Segoe UI"/>
                <a:cs typeface="Segoe UI"/>
              </a:defRPr>
            </a:lvl5pPr>
            <a:lvl6pPr algn="ctr">
              <a:defRPr sz="1050" b="1">
                <a:solidFill>
                  <a:srgbClr val="FFFFFF"/>
                </a:solidFill>
                <a:latin typeface="Segoe UI"/>
                <a:ea typeface="Segoe UI"/>
                <a:cs typeface="Segoe UI"/>
              </a:defRPr>
            </a:lvl6pPr>
            <a:lvl7pPr algn="ctr">
              <a:defRPr sz="1050" b="1">
                <a:solidFill>
                  <a:srgbClr val="FFFFFF"/>
                </a:solidFill>
                <a:latin typeface="Segoe UI"/>
                <a:ea typeface="Segoe UI"/>
                <a:cs typeface="Segoe UI"/>
              </a:defRPr>
            </a:lvl7pPr>
            <a:lvl8pPr algn="ctr">
              <a:defRPr sz="1050" b="1">
                <a:solidFill>
                  <a:srgbClr val="FFFFFF"/>
                </a:solidFill>
                <a:latin typeface="Segoe UI"/>
                <a:ea typeface="Segoe UI"/>
                <a:cs typeface="Segoe UI"/>
              </a:defRPr>
            </a:lvl8pPr>
            <a:lvl9pPr algn="ctr">
              <a:defRPr sz="1050" b="1">
                <a:solidFill>
                  <a:srgbClr val="FFFFFF"/>
                </a:solidFill>
                <a:latin typeface="Segoe UI"/>
                <a:ea typeface="Segoe UI"/>
                <a:cs typeface="Segoe UI"/>
              </a:defRPr>
            </a:lvl9pPr>
          </a:lstStyle>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6</a:t>
            </a:r>
          </a:p>
        </p:txBody>
      </p:sp>
      <p:sp>
        <p:nvSpPr>
          <p:cNvPr id="41" name="">
            <a:extLst xmlns:a="http://schemas.openxmlformats.org/drawingml/2006/main">
              <a:ext uri="{FF2B5EF4-FFF2-40B4-BE49-F238E27FC236}">
                <a16:creationId xmlns:a16="http://schemas.microsoft.com/office/drawing/2014/main" id="{9BC06F71-7216-4BFA-8378-9D228D2EE574}"/>
              </a:ext>
            </a:extLst>
          </p:cNvPr>
          <p:cNvSpPr>
            <a:spLocks xmlns:a="http://schemas.openxmlformats.org/drawingml/2006/main" noGrp="1"/>
          </p:cNvSpPr>
          <p:nvPr/>
        </p:nvSpPr>
        <p:spPr>
          <a:xfrm xmlns:a="http://schemas.openxmlformats.org/drawingml/2006/main">
            <a:off x="10029825" y="30289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FFFFF"/>
                </a:solidFill>
                <a:latin typeface="Segoe UI"/>
                <a:ea typeface="Segoe UI"/>
                <a:cs typeface="Segoe UI"/>
              </a:defRPr>
            </a:defPPr>
            <a:lvl1pPr algn="l">
              <a:defRPr sz="1500" b="1">
                <a:solidFill>
                  <a:srgbClr val="FFFFFF"/>
                </a:solidFill>
                <a:latin typeface="Segoe UI"/>
                <a:ea typeface="Segoe UI"/>
                <a:cs typeface="Segoe UI"/>
              </a:defRPr>
            </a:lvl1pPr>
            <a:lvl2pPr algn="l">
              <a:defRPr sz="1500" b="1">
                <a:solidFill>
                  <a:srgbClr val="FFFFFF"/>
                </a:solidFill>
                <a:latin typeface="Segoe UI"/>
                <a:ea typeface="Segoe UI"/>
                <a:cs typeface="Segoe UI"/>
              </a:defRPr>
            </a:lvl2pPr>
            <a:lvl3pPr algn="l">
              <a:defRPr sz="1500" b="1">
                <a:solidFill>
                  <a:srgbClr val="FFFFFF"/>
                </a:solidFill>
                <a:latin typeface="Segoe UI"/>
                <a:ea typeface="Segoe UI"/>
                <a:cs typeface="Segoe UI"/>
              </a:defRPr>
            </a:lvl3pPr>
            <a:lvl4pPr algn="l">
              <a:defRPr sz="1500" b="1">
                <a:solidFill>
                  <a:srgbClr val="FFFFFF"/>
                </a:solidFill>
                <a:latin typeface="Segoe UI"/>
                <a:ea typeface="Segoe UI"/>
                <a:cs typeface="Segoe UI"/>
              </a:defRPr>
            </a:lvl4pPr>
            <a:lvl5pPr algn="l">
              <a:defRPr sz="1500" b="1">
                <a:solidFill>
                  <a:srgbClr val="FFFFFF"/>
                </a:solidFill>
                <a:latin typeface="Segoe UI"/>
                <a:ea typeface="Segoe UI"/>
                <a:cs typeface="Segoe UI"/>
              </a:defRPr>
            </a:lvl5pPr>
            <a:lvl6pPr algn="l">
              <a:defRPr sz="1500" b="1">
                <a:solidFill>
                  <a:srgbClr val="FFFFFF"/>
                </a:solidFill>
                <a:latin typeface="Segoe UI"/>
                <a:ea typeface="Segoe UI"/>
                <a:cs typeface="Segoe UI"/>
              </a:defRPr>
            </a:lvl6pPr>
            <a:lvl7pPr algn="l">
              <a:defRPr sz="1500" b="1">
                <a:solidFill>
                  <a:srgbClr val="FFFFFF"/>
                </a:solidFill>
                <a:latin typeface="Segoe UI"/>
                <a:ea typeface="Segoe UI"/>
                <a:cs typeface="Segoe UI"/>
              </a:defRPr>
            </a:lvl7pPr>
            <a:lvl8pPr algn="l">
              <a:defRPr sz="1500" b="1">
                <a:solidFill>
                  <a:srgbClr val="FFFFFF"/>
                </a:solidFill>
                <a:latin typeface="Segoe UI"/>
                <a:ea typeface="Segoe UI"/>
                <a:cs typeface="Segoe UI"/>
              </a:defRPr>
            </a:lvl8pPr>
            <a:lvl9pPr algn="l">
              <a:defRPr sz="1500" b="1">
                <a:solidFill>
                  <a:srgbClr val="FFFFFF"/>
                </a:solidFill>
                <a:latin typeface="Segoe UI"/>
                <a:ea typeface="Segoe UI"/>
                <a:cs typeface="Segoe UI"/>
              </a:defRPr>
            </a:lvl9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Inspect</a:t>
            </a:r>
          </a:p>
        </p:txBody>
      </p:sp>
      <p:sp>
        <p:nvSpPr>
          <p:cNvPr id="42" name="">
            <a:extLst xmlns:a="http://schemas.openxmlformats.org/drawingml/2006/main">
              <a:ext uri="{FF2B5EF4-FFF2-40B4-BE49-F238E27FC236}">
                <a16:creationId xmlns:a16="http://schemas.microsoft.com/office/drawing/2014/main" id="{8EE0D3C6-4ED7-4A81-8B6A-D85EB3CA06D1}"/>
              </a:ext>
            </a:extLst>
          </p:cNvPr>
          <p:cNvSpPr>
            <a:spLocks xmlns:a="http://schemas.openxmlformats.org/drawingml/2006/main" noGrp="1"/>
          </p:cNvSpPr>
          <p:nvPr/>
        </p:nvSpPr>
        <p:spPr>
          <a:xfrm xmlns:a="http://schemas.openxmlformats.org/drawingml/2006/main">
            <a:off x="10029825" y="33528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D2D3E5"/>
                </a:solidFill>
                <a:latin typeface="Segoe UI"/>
                <a:ea typeface="Segoe UI"/>
                <a:cs typeface="Segoe UI"/>
              </a:defRPr>
            </a:defPPr>
            <a:lvl1pPr algn="l">
              <a:defRPr sz="1050" b="0">
                <a:solidFill>
                  <a:srgbClr val="D2D3E5"/>
                </a:solidFill>
                <a:latin typeface="Segoe UI"/>
                <a:ea typeface="Segoe UI"/>
                <a:cs typeface="Segoe UI"/>
              </a:defRPr>
            </a:lvl1pPr>
            <a:lvl2pPr algn="l">
              <a:defRPr sz="1050" b="0">
                <a:solidFill>
                  <a:srgbClr val="D2D3E5"/>
                </a:solidFill>
                <a:latin typeface="Segoe UI"/>
                <a:ea typeface="Segoe UI"/>
                <a:cs typeface="Segoe UI"/>
              </a:defRPr>
            </a:lvl2pPr>
            <a:lvl3pPr algn="l">
              <a:defRPr sz="1050" b="0">
                <a:solidFill>
                  <a:srgbClr val="D2D3E5"/>
                </a:solidFill>
                <a:latin typeface="Segoe UI"/>
                <a:ea typeface="Segoe UI"/>
                <a:cs typeface="Segoe UI"/>
              </a:defRPr>
            </a:lvl3pPr>
            <a:lvl4pPr algn="l">
              <a:defRPr sz="1050" b="0">
                <a:solidFill>
                  <a:srgbClr val="D2D3E5"/>
                </a:solidFill>
                <a:latin typeface="Segoe UI"/>
                <a:ea typeface="Segoe UI"/>
                <a:cs typeface="Segoe UI"/>
              </a:defRPr>
            </a:lvl4pPr>
            <a:lvl5pPr algn="l">
              <a:defRPr sz="1050" b="0">
                <a:solidFill>
                  <a:srgbClr val="D2D3E5"/>
                </a:solidFill>
                <a:latin typeface="Segoe UI"/>
                <a:ea typeface="Segoe UI"/>
                <a:cs typeface="Segoe UI"/>
              </a:defRPr>
            </a:lvl5pPr>
            <a:lvl6pPr algn="l">
              <a:defRPr sz="1050" b="0">
                <a:solidFill>
                  <a:srgbClr val="D2D3E5"/>
                </a:solidFill>
                <a:latin typeface="Segoe UI"/>
                <a:ea typeface="Segoe UI"/>
                <a:cs typeface="Segoe UI"/>
              </a:defRPr>
            </a:lvl6pPr>
            <a:lvl7pPr algn="l">
              <a:defRPr sz="1050" b="0">
                <a:solidFill>
                  <a:srgbClr val="D2D3E5"/>
                </a:solidFill>
                <a:latin typeface="Segoe UI"/>
                <a:ea typeface="Segoe UI"/>
                <a:cs typeface="Segoe UI"/>
              </a:defRPr>
            </a:lvl7pPr>
            <a:lvl8pPr algn="l">
              <a:defRPr sz="1050" b="0">
                <a:solidFill>
                  <a:srgbClr val="D2D3E5"/>
                </a:solidFill>
                <a:latin typeface="Segoe UI"/>
                <a:ea typeface="Segoe UI"/>
                <a:cs typeface="Segoe UI"/>
              </a:defRPr>
            </a:lvl8pPr>
            <a:lvl9pPr algn="l">
              <a:defRPr sz="1050" b="0">
                <a:solidFill>
                  <a:srgbClr val="D2D3E5"/>
                </a:solidFill>
                <a:latin typeface="Segoe UI"/>
                <a:ea typeface="Segoe UI"/>
                <a:cs typeface="Segoe UI"/>
              </a:defRPr>
            </a:lvl9pPr>
          </a:lstStyle>
          <a:p xmlns:a="http://schemas.openxmlformats.org/drawingml/2006/main">
            <a:pPr algn="l">
              <a:defRPr sz="1050" b="0">
                <a:solidFill>
                  <a:srgbClr val="D2D3E5"/>
                </a:solidFill>
                <a:latin typeface="Segoe UI"/>
                <a:ea typeface="Segoe UI"/>
                <a:cs typeface="Segoe UI"/>
              </a:defRPr>
            </a:pPr>
            <a:r>
              <a:rPr sz="1050" b="0">
                <a:solidFill>
                  <a:srgbClr val="D2D3E5"/>
                </a:solidFill>
                <a:latin typeface="Segoe UI"/>
                <a:ea typeface="Segoe UI"/>
                <a:cs typeface="Segoe UI"/>
              </a:rPr>
              <a:t>Review run and</a:t>
            </a:r>
          </a:p>
          <a:p xmlns:a="http://schemas.openxmlformats.org/drawingml/2006/main">
            <a:pPr algn="l">
              <a:defRPr sz="1050" b="0">
                <a:solidFill>
                  <a:srgbClr val="D2D3E5"/>
                </a:solidFill>
                <a:latin typeface="Segoe UI"/>
                <a:ea typeface="Segoe UI"/>
                <a:cs typeface="Segoe UI"/>
              </a:defRPr>
            </a:pPr>
            <a:r>
              <a:rPr sz="1050" b="0">
                <a:solidFill>
                  <a:srgbClr val="D2D3E5"/>
                </a:solidFill>
                <a:latin typeface="Segoe UI"/>
                <a:ea typeface="Segoe UI"/>
                <a:cs typeface="Segoe UI"/>
              </a:rPr>
              <a:t>action status</a:t>
            </a:r>
          </a:p>
        </p:txBody>
      </p:sp>
      <p:sp>
        <p:nvSpPr>
          <p:cNvPr id="43" name="">
            <a:extLst xmlns:a="http://schemas.openxmlformats.org/drawingml/2006/main">
              <a:ext uri="{FF2B5EF4-FFF2-40B4-BE49-F238E27FC236}">
                <a16:creationId xmlns:a16="http://schemas.microsoft.com/office/drawing/2014/main" id="{7B7150D6-554D-4F61-A21B-5D7C1605D585}"/>
              </a:ext>
            </a:extLst>
          </p:cNvPr>
          <p:cNvSpPr>
            <a:spLocks xmlns:a="http://schemas.openxmlformats.org/drawingml/2006/main" noGrp="1"/>
          </p:cNvSpPr>
          <p:nvPr/>
        </p:nvSpPr>
        <p:spPr>
          <a:xfrm xmlns:a="http://schemas.openxmlformats.org/drawingml/2006/main">
            <a:off x="666750" y="4410075"/>
            <a:ext cx="10858500" cy="704850"/>
          </a:xfrm>
          <a:prstGeom xmlns:a="http://schemas.openxmlformats.org/drawingml/2006/main" prst="roundRect">
            <a:avLst>
              <a:gd name="adj" fmla="val 18919"/>
            </a:avLst>
          </a:prstGeom>
          <a:solidFill xmlns:a="http://schemas.openxmlformats.org/drawingml/2006/main">
            <a:srgbClr val="E7F7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AACBA8B-B089-4593-B785-1CE8DB303995}"/>
              </a:ext>
            </a:extLst>
          </p:cNvPr>
          <p:cNvSpPr>
            <a:spLocks xmlns:a="http://schemas.openxmlformats.org/drawingml/2006/main" noGrp="1"/>
          </p:cNvSpPr>
          <p:nvPr/>
        </p:nvSpPr>
        <p:spPr>
          <a:xfrm xmlns:a="http://schemas.openxmlformats.org/drawingml/2006/main">
            <a:off x="914400" y="4572000"/>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147D61"/>
                </a:solidFill>
                <a:latin typeface="Segoe UI"/>
                <a:ea typeface="Segoe UI"/>
                <a:cs typeface="Segoe UI"/>
              </a:defRPr>
            </a:defPPr>
            <a:lvl1pPr algn="l">
              <a:defRPr sz="1050" b="1">
                <a:solidFill>
                  <a:srgbClr val="147D61"/>
                </a:solidFill>
                <a:latin typeface="Segoe UI"/>
                <a:ea typeface="Segoe UI"/>
                <a:cs typeface="Segoe UI"/>
              </a:defRPr>
            </a:lvl1pPr>
            <a:lvl2pPr algn="l">
              <a:defRPr sz="1050" b="1">
                <a:solidFill>
                  <a:srgbClr val="147D61"/>
                </a:solidFill>
                <a:latin typeface="Segoe UI"/>
                <a:ea typeface="Segoe UI"/>
                <a:cs typeface="Segoe UI"/>
              </a:defRPr>
            </a:lvl2pPr>
            <a:lvl3pPr algn="l">
              <a:defRPr sz="1050" b="1">
                <a:solidFill>
                  <a:srgbClr val="147D61"/>
                </a:solidFill>
                <a:latin typeface="Segoe UI"/>
                <a:ea typeface="Segoe UI"/>
                <a:cs typeface="Segoe UI"/>
              </a:defRPr>
            </a:lvl3pPr>
            <a:lvl4pPr algn="l">
              <a:defRPr sz="1050" b="1">
                <a:solidFill>
                  <a:srgbClr val="147D61"/>
                </a:solidFill>
                <a:latin typeface="Segoe UI"/>
                <a:ea typeface="Segoe UI"/>
                <a:cs typeface="Segoe UI"/>
              </a:defRPr>
            </a:lvl4pPr>
            <a:lvl5pPr algn="l">
              <a:defRPr sz="1050" b="1">
                <a:solidFill>
                  <a:srgbClr val="147D61"/>
                </a:solidFill>
                <a:latin typeface="Segoe UI"/>
                <a:ea typeface="Segoe UI"/>
                <a:cs typeface="Segoe UI"/>
              </a:defRPr>
            </a:lvl5pPr>
            <a:lvl6pPr algn="l">
              <a:defRPr sz="1050" b="1">
                <a:solidFill>
                  <a:srgbClr val="147D61"/>
                </a:solidFill>
                <a:latin typeface="Segoe UI"/>
                <a:ea typeface="Segoe UI"/>
                <a:cs typeface="Segoe UI"/>
              </a:defRPr>
            </a:lvl6pPr>
            <a:lvl7pPr algn="l">
              <a:defRPr sz="1050" b="1">
                <a:solidFill>
                  <a:srgbClr val="147D61"/>
                </a:solidFill>
                <a:latin typeface="Segoe UI"/>
                <a:ea typeface="Segoe UI"/>
                <a:cs typeface="Segoe UI"/>
              </a:defRPr>
            </a:lvl7pPr>
            <a:lvl8pPr algn="l">
              <a:defRPr sz="1050" b="1">
                <a:solidFill>
                  <a:srgbClr val="147D61"/>
                </a:solidFill>
                <a:latin typeface="Segoe UI"/>
                <a:ea typeface="Segoe UI"/>
                <a:cs typeface="Segoe UI"/>
              </a:defRPr>
            </a:lvl8pPr>
            <a:lvl9pPr algn="l">
              <a:defRPr sz="1050" b="1">
                <a:solidFill>
                  <a:srgbClr val="147D61"/>
                </a:solidFill>
                <a:latin typeface="Segoe UI"/>
                <a:ea typeface="Segoe UI"/>
                <a:cs typeface="Segoe UI"/>
              </a:defRPr>
            </a:lvl9pPr>
          </a:lstStyle>
          <a:p xmlns:a="http://schemas.openxmlformats.org/drawingml/2006/main">
            <a:pPr algn="l">
              <a:defRPr sz="1050" b="1">
                <a:solidFill>
                  <a:srgbClr val="147D61"/>
                </a:solidFill>
                <a:latin typeface="Segoe UI"/>
                <a:ea typeface="Segoe UI"/>
                <a:cs typeface="Segoe UI"/>
              </a:defRPr>
            </a:pPr>
            <a:r>
              <a:rPr sz="1050" b="1">
                <a:solidFill>
                  <a:srgbClr val="147D61"/>
                </a:solidFill>
                <a:latin typeface="Segoe UI"/>
                <a:ea typeface="Segoe UI"/>
                <a:cs typeface="Segoe UI"/>
              </a:rPr>
              <a:t>EXPECTED RESULT evidence</a:t>
            </a:r>
          </a:p>
        </p:txBody>
      </p:sp>
      <p:sp>
        <p:nvSpPr>
          <p:cNvPr id="45" name="">
            <a:extLst xmlns:a="http://schemas.openxmlformats.org/drawingml/2006/main">
              <a:ext uri="{FF2B5EF4-FFF2-40B4-BE49-F238E27FC236}">
                <a16:creationId xmlns:a16="http://schemas.microsoft.com/office/drawing/2014/main" id="{C6ADD178-51AB-4ECC-A3A8-36DB01F0C166}"/>
              </a:ext>
            </a:extLst>
          </p:cNvPr>
          <p:cNvSpPr>
            <a:spLocks xmlns:a="http://schemas.openxmlformats.org/drawingml/2006/main" noGrp="1"/>
          </p:cNvSpPr>
          <p:nvPr/>
        </p:nvSpPr>
        <p:spPr>
          <a:xfrm xmlns:a="http://schemas.openxmlformats.org/drawingml/2006/main">
            <a:off x="2857500" y="4552950"/>
            <a:ext cx="8334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71827"/>
                </a:solidFill>
                <a:latin typeface="Segoe UI"/>
                <a:ea typeface="Segoe UI"/>
                <a:cs typeface="Segoe UI"/>
              </a:defRPr>
            </a:defPPr>
            <a:lvl1pPr algn="l">
              <a:defRPr sz="1350" b="0">
                <a:solidFill>
                  <a:srgbClr val="171827"/>
                </a:solidFill>
                <a:latin typeface="Segoe UI"/>
                <a:ea typeface="Segoe UI"/>
                <a:cs typeface="Segoe UI"/>
              </a:defRPr>
            </a:lvl1pPr>
            <a:lvl2pPr algn="l">
              <a:defRPr sz="1350" b="0">
                <a:solidFill>
                  <a:srgbClr val="171827"/>
                </a:solidFill>
                <a:latin typeface="Segoe UI"/>
                <a:ea typeface="Segoe UI"/>
                <a:cs typeface="Segoe UI"/>
              </a:defRPr>
            </a:lvl2pPr>
            <a:lvl3pPr algn="l">
              <a:defRPr sz="1350" b="0">
                <a:solidFill>
                  <a:srgbClr val="171827"/>
                </a:solidFill>
                <a:latin typeface="Segoe UI"/>
                <a:ea typeface="Segoe UI"/>
                <a:cs typeface="Segoe UI"/>
              </a:defRPr>
            </a:lvl3pPr>
            <a:lvl4pPr algn="l">
              <a:defRPr sz="1350" b="0">
                <a:solidFill>
                  <a:srgbClr val="171827"/>
                </a:solidFill>
                <a:latin typeface="Segoe UI"/>
                <a:ea typeface="Segoe UI"/>
                <a:cs typeface="Segoe UI"/>
              </a:defRPr>
            </a:lvl4pPr>
            <a:lvl5pPr algn="l">
              <a:defRPr sz="1350" b="0">
                <a:solidFill>
                  <a:srgbClr val="171827"/>
                </a:solidFill>
                <a:latin typeface="Segoe UI"/>
                <a:ea typeface="Segoe UI"/>
                <a:cs typeface="Segoe UI"/>
              </a:defRPr>
            </a:lvl5pPr>
            <a:lvl6pPr algn="l">
              <a:defRPr sz="1350" b="0">
                <a:solidFill>
                  <a:srgbClr val="171827"/>
                </a:solidFill>
                <a:latin typeface="Segoe UI"/>
                <a:ea typeface="Segoe UI"/>
                <a:cs typeface="Segoe UI"/>
              </a:defRPr>
            </a:lvl6pPr>
            <a:lvl7pPr algn="l">
              <a:defRPr sz="1350" b="0">
                <a:solidFill>
                  <a:srgbClr val="171827"/>
                </a:solidFill>
                <a:latin typeface="Segoe UI"/>
                <a:ea typeface="Segoe UI"/>
                <a:cs typeface="Segoe UI"/>
              </a:defRPr>
            </a:lvl7pPr>
            <a:lvl8pPr algn="l">
              <a:defRPr sz="1350" b="0">
                <a:solidFill>
                  <a:srgbClr val="171827"/>
                </a:solidFill>
                <a:latin typeface="Segoe UI"/>
                <a:ea typeface="Segoe UI"/>
                <a:cs typeface="Segoe UI"/>
              </a:defRPr>
            </a:lvl8pPr>
            <a:lvl9pPr algn="l">
              <a:defRPr sz="1350" b="0">
                <a:solidFill>
                  <a:srgbClr val="171827"/>
                </a:solidFill>
                <a:latin typeface="Segoe UI"/>
                <a:ea typeface="Segoe UI"/>
                <a:cs typeface="Segoe UI"/>
              </a:defRPr>
            </a:lvl9pPr>
          </a:lstStyle>
          <a:p xmlns:a="http://schemas.openxmlformats.org/drawingml/2006/main">
            <a:pPr algn="l">
              <a:defRPr sz="1350" b="0">
                <a:solidFill>
                  <a:srgbClr val="171827"/>
                </a:solidFill>
                <a:latin typeface="Segoe UI"/>
                <a:ea typeface="Segoe UI"/>
                <a:cs typeface="Segoe UI"/>
              </a:defRPr>
            </a:pPr>
            <a:r>
              <a:rPr sz="1350" b="0">
                <a:solidFill>
                  <a:srgbClr val="171827"/>
                </a:solidFill>
                <a:latin typeface="Segoe UI"/>
                <a:ea typeface="Segoe UI"/>
                <a:cs typeface="Segoe UI"/>
              </a:rPr>
              <a:t>A matching event creates a run; the run and each action show their own outcome.</a:t>
            </a:r>
          </a:p>
        </p:txBody>
      </p:sp>
    </p:spTree>
    <p:extLst>
      <p:ext uri="{BB962C8B-B14F-4D97-AF65-F5344CB8AC3E}">
        <p14:creationId xmlns:p14="http://schemas.microsoft.com/office/powerpoint/2010/main" val="980274290"/>
      </p:ext>
    </p:extLst>
  </p:cSld>
</p:sld>
</file>

<file path=ppt/slides/slide4.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D11743F-FF47-4FAE-8887-AB4CE2DB6B9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2FA4FB-7716-4A30-9895-44B2AFA77567}"/>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PRODUCT MAP</a:t>
            </a:r>
          </a:p>
        </p:txBody>
      </p:sp>
      <p:sp>
        <p:nvSpPr>
          <p:cNvPr id="3" name="">
            <a:extLst xmlns:a="http://schemas.openxmlformats.org/drawingml/2006/main">
              <a:ext uri="{FF2B5EF4-FFF2-40B4-BE49-F238E27FC236}">
                <a16:creationId xmlns:a16="http://schemas.microsoft.com/office/drawing/2014/main" id="{DC7EE60C-8AAF-4CA2-B4A4-7ECE8371DA9A}"/>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Each screen has a job in the workflow</a:t>
            </a:r>
          </a:p>
        </p:txBody>
      </p:sp>
      <p:sp>
        <p:nvSpPr>
          <p:cNvPr id="4" name="">
            <a:extLst xmlns:a="http://schemas.openxmlformats.org/drawingml/2006/main">
              <a:ext uri="{FF2B5EF4-FFF2-40B4-BE49-F238E27FC236}">
                <a16:creationId xmlns:a16="http://schemas.microsoft.com/office/drawing/2014/main" id="{9815113E-FE89-4F81-AF9D-2D496DBE3A9A}"/>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Use these routes during the demo; the sidebar links the main workspace areas.</a:t>
            </a:r>
          </a:p>
        </p:txBody>
      </p:sp>
      <p:sp>
        <p:nvSpPr>
          <p:cNvPr id="5" name="">
            <a:extLst xmlns:a="http://schemas.openxmlformats.org/drawingml/2006/main">
              <a:ext uri="{FF2B5EF4-FFF2-40B4-BE49-F238E27FC236}">
                <a16:creationId xmlns:a16="http://schemas.microsoft.com/office/drawing/2014/main" id="{59D35DEB-A3FF-4FBA-908E-B9B222C88236}"/>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4E74974-CB36-4F9C-A221-E813222DDCAA}"/>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3BECB12B-D3DB-4C03-A3B2-2A5284E588C9}"/>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04</a:t>
            </a:r>
          </a:p>
        </p:txBody>
      </p:sp>
      <p:sp>
        <p:nvSpPr>
          <p:cNvPr id="8" name="">
            <a:extLst xmlns:a="http://schemas.openxmlformats.org/drawingml/2006/main">
              <a:ext uri="{FF2B5EF4-FFF2-40B4-BE49-F238E27FC236}">
                <a16:creationId xmlns:a16="http://schemas.microsoft.com/office/drawing/2014/main" id="{18B36DCD-46C0-4DC6-8091-FF1AA69C6EF5}"/>
              </a:ext>
            </a:extLst>
          </p:cNvPr>
          <p:cNvSpPr>
            <a:spLocks xmlns:a="http://schemas.openxmlformats.org/drawingml/2006/main" noGrp="1"/>
          </p:cNvSpPr>
          <p:nvPr/>
        </p:nvSpPr>
        <p:spPr>
          <a:xfrm xmlns:a="http://schemas.openxmlformats.org/drawingml/2006/main">
            <a:off x="762000" y="18383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677C"/>
                </a:solidFill>
                <a:latin typeface="Segoe UI"/>
                <a:ea typeface="Segoe UI"/>
                <a:cs typeface="Segoe UI"/>
              </a:defRPr>
            </a:defPPr>
            <a:lvl1pPr algn="l">
              <a:defRPr sz="900" b="1">
                <a:solidFill>
                  <a:srgbClr val="64677C"/>
                </a:solidFill>
                <a:latin typeface="Segoe UI"/>
                <a:ea typeface="Segoe UI"/>
                <a:cs typeface="Segoe UI"/>
              </a:defRPr>
            </a:lvl1pPr>
            <a:lvl2pPr algn="l">
              <a:defRPr sz="900" b="1">
                <a:solidFill>
                  <a:srgbClr val="64677C"/>
                </a:solidFill>
                <a:latin typeface="Segoe UI"/>
                <a:ea typeface="Segoe UI"/>
                <a:cs typeface="Segoe UI"/>
              </a:defRPr>
            </a:lvl2pPr>
            <a:lvl3pPr algn="l">
              <a:defRPr sz="900" b="1">
                <a:solidFill>
                  <a:srgbClr val="64677C"/>
                </a:solidFill>
                <a:latin typeface="Segoe UI"/>
                <a:ea typeface="Segoe UI"/>
                <a:cs typeface="Segoe UI"/>
              </a:defRPr>
            </a:lvl3pPr>
            <a:lvl4pPr algn="l">
              <a:defRPr sz="900" b="1">
                <a:solidFill>
                  <a:srgbClr val="64677C"/>
                </a:solidFill>
                <a:latin typeface="Segoe UI"/>
                <a:ea typeface="Segoe UI"/>
                <a:cs typeface="Segoe UI"/>
              </a:defRPr>
            </a:lvl4pPr>
            <a:lvl5pPr algn="l">
              <a:defRPr sz="900" b="1">
                <a:solidFill>
                  <a:srgbClr val="64677C"/>
                </a:solidFill>
                <a:latin typeface="Segoe UI"/>
                <a:ea typeface="Segoe UI"/>
                <a:cs typeface="Segoe UI"/>
              </a:defRPr>
            </a:lvl5pPr>
            <a:lvl6pPr algn="l">
              <a:defRPr sz="900" b="1">
                <a:solidFill>
                  <a:srgbClr val="64677C"/>
                </a:solidFill>
                <a:latin typeface="Segoe UI"/>
                <a:ea typeface="Segoe UI"/>
                <a:cs typeface="Segoe UI"/>
              </a:defRPr>
            </a:lvl6pPr>
            <a:lvl7pPr algn="l">
              <a:defRPr sz="900" b="1">
                <a:solidFill>
                  <a:srgbClr val="64677C"/>
                </a:solidFill>
                <a:latin typeface="Segoe UI"/>
                <a:ea typeface="Segoe UI"/>
                <a:cs typeface="Segoe UI"/>
              </a:defRPr>
            </a:lvl7pPr>
            <a:lvl8pPr algn="l">
              <a:defRPr sz="900" b="1">
                <a:solidFill>
                  <a:srgbClr val="64677C"/>
                </a:solidFill>
                <a:latin typeface="Segoe UI"/>
                <a:ea typeface="Segoe UI"/>
                <a:cs typeface="Segoe UI"/>
              </a:defRPr>
            </a:lvl8pPr>
            <a:lvl9pPr algn="l">
              <a:defRPr sz="900" b="1">
                <a:solidFill>
                  <a:srgbClr val="64677C"/>
                </a:solidFill>
                <a:latin typeface="Segoe UI"/>
                <a:ea typeface="Segoe UI"/>
                <a:cs typeface="Segoe UI"/>
              </a:defRPr>
            </a:lvl9pPr>
          </a:lstStyle>
          <a:p xmlns:a="http://schemas.openxmlformats.org/drawingml/2006/main">
            <a:pPr algn="l">
              <a:defRPr sz="900" b="1">
                <a:solidFill>
                  <a:srgbClr val="64677C"/>
                </a:solidFill>
                <a:latin typeface="Segoe UI"/>
                <a:ea typeface="Segoe UI"/>
                <a:cs typeface="Segoe UI"/>
              </a:defRPr>
            </a:pPr>
            <a:r>
              <a:rPr sz="900" b="1">
                <a:solidFill>
                  <a:srgbClr val="64677C"/>
                </a:solidFill>
                <a:latin typeface="Segoe UI"/>
                <a:ea typeface="Segoe UI"/>
                <a:cs typeface="Segoe UI"/>
              </a:rPr>
              <a:t>SCREEN</a:t>
            </a:r>
          </a:p>
        </p:txBody>
      </p:sp>
      <p:sp>
        <p:nvSpPr>
          <p:cNvPr id="9" name="">
            <a:extLst xmlns:a="http://schemas.openxmlformats.org/drawingml/2006/main">
              <a:ext uri="{FF2B5EF4-FFF2-40B4-BE49-F238E27FC236}">
                <a16:creationId xmlns:a16="http://schemas.microsoft.com/office/drawing/2014/main" id="{2B349535-FAA7-4D60-A115-EB8A1EA8D369}"/>
              </a:ext>
            </a:extLst>
          </p:cNvPr>
          <p:cNvSpPr>
            <a:spLocks xmlns:a="http://schemas.openxmlformats.org/drawingml/2006/main" noGrp="1"/>
          </p:cNvSpPr>
          <p:nvPr/>
        </p:nvSpPr>
        <p:spPr>
          <a:xfrm xmlns:a="http://schemas.openxmlformats.org/drawingml/2006/main">
            <a:off x="3429000" y="1838325"/>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677C"/>
                </a:solidFill>
                <a:latin typeface="Segoe UI"/>
                <a:ea typeface="Segoe UI"/>
                <a:cs typeface="Segoe UI"/>
              </a:defRPr>
            </a:defPPr>
            <a:lvl1pPr algn="l">
              <a:defRPr sz="900" b="1">
                <a:solidFill>
                  <a:srgbClr val="64677C"/>
                </a:solidFill>
                <a:latin typeface="Segoe UI"/>
                <a:ea typeface="Segoe UI"/>
                <a:cs typeface="Segoe UI"/>
              </a:defRPr>
            </a:lvl1pPr>
            <a:lvl2pPr algn="l">
              <a:defRPr sz="900" b="1">
                <a:solidFill>
                  <a:srgbClr val="64677C"/>
                </a:solidFill>
                <a:latin typeface="Segoe UI"/>
                <a:ea typeface="Segoe UI"/>
                <a:cs typeface="Segoe UI"/>
              </a:defRPr>
            </a:lvl2pPr>
            <a:lvl3pPr algn="l">
              <a:defRPr sz="900" b="1">
                <a:solidFill>
                  <a:srgbClr val="64677C"/>
                </a:solidFill>
                <a:latin typeface="Segoe UI"/>
                <a:ea typeface="Segoe UI"/>
                <a:cs typeface="Segoe UI"/>
              </a:defRPr>
            </a:lvl3pPr>
            <a:lvl4pPr algn="l">
              <a:defRPr sz="900" b="1">
                <a:solidFill>
                  <a:srgbClr val="64677C"/>
                </a:solidFill>
                <a:latin typeface="Segoe UI"/>
                <a:ea typeface="Segoe UI"/>
                <a:cs typeface="Segoe UI"/>
              </a:defRPr>
            </a:lvl4pPr>
            <a:lvl5pPr algn="l">
              <a:defRPr sz="900" b="1">
                <a:solidFill>
                  <a:srgbClr val="64677C"/>
                </a:solidFill>
                <a:latin typeface="Segoe UI"/>
                <a:ea typeface="Segoe UI"/>
                <a:cs typeface="Segoe UI"/>
              </a:defRPr>
            </a:lvl5pPr>
            <a:lvl6pPr algn="l">
              <a:defRPr sz="900" b="1">
                <a:solidFill>
                  <a:srgbClr val="64677C"/>
                </a:solidFill>
                <a:latin typeface="Segoe UI"/>
                <a:ea typeface="Segoe UI"/>
                <a:cs typeface="Segoe UI"/>
              </a:defRPr>
            </a:lvl6pPr>
            <a:lvl7pPr algn="l">
              <a:defRPr sz="900" b="1">
                <a:solidFill>
                  <a:srgbClr val="64677C"/>
                </a:solidFill>
                <a:latin typeface="Segoe UI"/>
                <a:ea typeface="Segoe UI"/>
                <a:cs typeface="Segoe UI"/>
              </a:defRPr>
            </a:lvl7pPr>
            <a:lvl8pPr algn="l">
              <a:defRPr sz="900" b="1">
                <a:solidFill>
                  <a:srgbClr val="64677C"/>
                </a:solidFill>
                <a:latin typeface="Segoe UI"/>
                <a:ea typeface="Segoe UI"/>
                <a:cs typeface="Segoe UI"/>
              </a:defRPr>
            </a:lvl8pPr>
            <a:lvl9pPr algn="l">
              <a:defRPr sz="900" b="1">
                <a:solidFill>
                  <a:srgbClr val="64677C"/>
                </a:solidFill>
                <a:latin typeface="Segoe UI"/>
                <a:ea typeface="Segoe UI"/>
                <a:cs typeface="Segoe UI"/>
              </a:defRPr>
            </a:lvl9pPr>
          </a:lstStyle>
          <a:p xmlns:a="http://schemas.openxmlformats.org/drawingml/2006/main">
            <a:pPr algn="l">
              <a:defRPr sz="900" b="1">
                <a:solidFill>
                  <a:srgbClr val="64677C"/>
                </a:solidFill>
                <a:latin typeface="Segoe UI"/>
                <a:ea typeface="Segoe UI"/>
                <a:cs typeface="Segoe UI"/>
              </a:defRPr>
            </a:pPr>
            <a:r>
              <a:rPr sz="900" b="1">
                <a:solidFill>
                  <a:srgbClr val="64677C"/>
                </a:solidFill>
                <a:latin typeface="Segoe UI"/>
                <a:ea typeface="Segoe UI"/>
                <a:cs typeface="Segoe UI"/>
              </a:rPr>
              <a:t>ROUTE</a:t>
            </a:r>
          </a:p>
        </p:txBody>
      </p:sp>
      <p:sp>
        <p:nvSpPr>
          <p:cNvPr id="10" name="">
            <a:extLst xmlns:a="http://schemas.openxmlformats.org/drawingml/2006/main">
              <a:ext uri="{FF2B5EF4-FFF2-40B4-BE49-F238E27FC236}">
                <a16:creationId xmlns:a16="http://schemas.microsoft.com/office/drawing/2014/main" id="{F52E21CC-A0A9-483A-A703-2704BDABA66A}"/>
              </a:ext>
            </a:extLst>
          </p:cNvPr>
          <p:cNvSpPr>
            <a:spLocks xmlns:a="http://schemas.openxmlformats.org/drawingml/2006/main" noGrp="1"/>
          </p:cNvSpPr>
          <p:nvPr/>
        </p:nvSpPr>
        <p:spPr>
          <a:xfrm xmlns:a="http://schemas.openxmlformats.org/drawingml/2006/main">
            <a:off x="7334250" y="1838325"/>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677C"/>
                </a:solidFill>
                <a:latin typeface="Segoe UI"/>
                <a:ea typeface="Segoe UI"/>
                <a:cs typeface="Segoe UI"/>
              </a:defRPr>
            </a:defPPr>
            <a:lvl1pPr algn="l">
              <a:defRPr sz="900" b="1">
                <a:solidFill>
                  <a:srgbClr val="64677C"/>
                </a:solidFill>
                <a:latin typeface="Segoe UI"/>
                <a:ea typeface="Segoe UI"/>
                <a:cs typeface="Segoe UI"/>
              </a:defRPr>
            </a:lvl1pPr>
            <a:lvl2pPr algn="l">
              <a:defRPr sz="900" b="1">
                <a:solidFill>
                  <a:srgbClr val="64677C"/>
                </a:solidFill>
                <a:latin typeface="Segoe UI"/>
                <a:ea typeface="Segoe UI"/>
                <a:cs typeface="Segoe UI"/>
              </a:defRPr>
            </a:lvl2pPr>
            <a:lvl3pPr algn="l">
              <a:defRPr sz="900" b="1">
                <a:solidFill>
                  <a:srgbClr val="64677C"/>
                </a:solidFill>
                <a:latin typeface="Segoe UI"/>
                <a:ea typeface="Segoe UI"/>
                <a:cs typeface="Segoe UI"/>
              </a:defRPr>
            </a:lvl3pPr>
            <a:lvl4pPr algn="l">
              <a:defRPr sz="900" b="1">
                <a:solidFill>
                  <a:srgbClr val="64677C"/>
                </a:solidFill>
                <a:latin typeface="Segoe UI"/>
                <a:ea typeface="Segoe UI"/>
                <a:cs typeface="Segoe UI"/>
              </a:defRPr>
            </a:lvl4pPr>
            <a:lvl5pPr algn="l">
              <a:defRPr sz="900" b="1">
                <a:solidFill>
                  <a:srgbClr val="64677C"/>
                </a:solidFill>
                <a:latin typeface="Segoe UI"/>
                <a:ea typeface="Segoe UI"/>
                <a:cs typeface="Segoe UI"/>
              </a:defRPr>
            </a:lvl5pPr>
            <a:lvl6pPr algn="l">
              <a:defRPr sz="900" b="1">
                <a:solidFill>
                  <a:srgbClr val="64677C"/>
                </a:solidFill>
                <a:latin typeface="Segoe UI"/>
                <a:ea typeface="Segoe UI"/>
                <a:cs typeface="Segoe UI"/>
              </a:defRPr>
            </a:lvl6pPr>
            <a:lvl7pPr algn="l">
              <a:defRPr sz="900" b="1">
                <a:solidFill>
                  <a:srgbClr val="64677C"/>
                </a:solidFill>
                <a:latin typeface="Segoe UI"/>
                <a:ea typeface="Segoe UI"/>
                <a:cs typeface="Segoe UI"/>
              </a:defRPr>
            </a:lvl7pPr>
            <a:lvl8pPr algn="l">
              <a:defRPr sz="900" b="1">
                <a:solidFill>
                  <a:srgbClr val="64677C"/>
                </a:solidFill>
                <a:latin typeface="Segoe UI"/>
                <a:ea typeface="Segoe UI"/>
                <a:cs typeface="Segoe UI"/>
              </a:defRPr>
            </a:lvl8pPr>
            <a:lvl9pPr algn="l">
              <a:defRPr sz="900" b="1">
                <a:solidFill>
                  <a:srgbClr val="64677C"/>
                </a:solidFill>
                <a:latin typeface="Segoe UI"/>
                <a:ea typeface="Segoe UI"/>
                <a:cs typeface="Segoe UI"/>
              </a:defRPr>
            </a:lvl9pPr>
          </a:lstStyle>
          <a:p xmlns:a="http://schemas.openxmlformats.org/drawingml/2006/main">
            <a:pPr algn="l">
              <a:defRPr sz="900" b="1">
                <a:solidFill>
                  <a:srgbClr val="64677C"/>
                </a:solidFill>
                <a:latin typeface="Segoe UI"/>
                <a:ea typeface="Segoe UI"/>
                <a:cs typeface="Segoe UI"/>
              </a:defRPr>
            </a:pPr>
            <a:r>
              <a:rPr sz="900" b="1">
                <a:solidFill>
                  <a:srgbClr val="64677C"/>
                </a:solidFill>
                <a:latin typeface="Segoe UI"/>
                <a:ea typeface="Segoe UI"/>
                <a:cs typeface="Segoe UI"/>
              </a:rPr>
              <a:t>WHAT TO SHOW</a:t>
            </a:r>
          </a:p>
        </p:txBody>
      </p:sp>
      <p:sp>
        <p:nvSpPr>
          <p:cNvPr id="11" name="">
            <a:extLst xmlns:a="http://schemas.openxmlformats.org/drawingml/2006/main">
              <a:ext uri="{FF2B5EF4-FFF2-40B4-BE49-F238E27FC236}">
                <a16:creationId xmlns:a16="http://schemas.microsoft.com/office/drawing/2014/main" id="{2D82D0D4-874A-4E17-8E36-36D732CE4E1C}"/>
              </a:ext>
            </a:extLst>
          </p:cNvPr>
          <p:cNvSpPr>
            <a:spLocks xmlns:a="http://schemas.openxmlformats.org/drawingml/2006/main" noGrp="1"/>
          </p:cNvSpPr>
          <p:nvPr/>
        </p:nvSpPr>
        <p:spPr>
          <a:xfrm xmlns:a="http://schemas.openxmlformats.org/drawingml/2006/main">
            <a:off x="666750" y="2124075"/>
            <a:ext cx="10858500" cy="19050"/>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374C010-4245-4AF9-8885-4B6642EFC7F0}"/>
              </a:ext>
            </a:extLst>
          </p:cNvPr>
          <p:cNvSpPr>
            <a:spLocks xmlns:a="http://schemas.openxmlformats.org/drawingml/2006/main" noGrp="1"/>
          </p:cNvSpPr>
          <p:nvPr/>
        </p:nvSpPr>
        <p:spPr>
          <a:xfrm xmlns:a="http://schemas.openxmlformats.org/drawingml/2006/main">
            <a:off x="762000" y="22574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71827"/>
                </a:solidFill>
                <a:latin typeface="Segoe UI"/>
                <a:ea typeface="Segoe UI"/>
                <a:cs typeface="Segoe UI"/>
              </a:defRPr>
            </a:defPPr>
            <a:lvl1pPr algn="l">
              <a:defRPr sz="1275" b="1">
                <a:solidFill>
                  <a:srgbClr val="171827"/>
                </a:solidFill>
                <a:latin typeface="Segoe UI"/>
                <a:ea typeface="Segoe UI"/>
                <a:cs typeface="Segoe UI"/>
              </a:defRPr>
            </a:lvl1pPr>
            <a:lvl2pPr algn="l">
              <a:defRPr sz="1275" b="1">
                <a:solidFill>
                  <a:srgbClr val="171827"/>
                </a:solidFill>
                <a:latin typeface="Segoe UI"/>
                <a:ea typeface="Segoe UI"/>
                <a:cs typeface="Segoe UI"/>
              </a:defRPr>
            </a:lvl2pPr>
            <a:lvl3pPr algn="l">
              <a:defRPr sz="1275" b="1">
                <a:solidFill>
                  <a:srgbClr val="171827"/>
                </a:solidFill>
                <a:latin typeface="Segoe UI"/>
                <a:ea typeface="Segoe UI"/>
                <a:cs typeface="Segoe UI"/>
              </a:defRPr>
            </a:lvl3pPr>
            <a:lvl4pPr algn="l">
              <a:defRPr sz="1275" b="1">
                <a:solidFill>
                  <a:srgbClr val="171827"/>
                </a:solidFill>
                <a:latin typeface="Segoe UI"/>
                <a:ea typeface="Segoe UI"/>
                <a:cs typeface="Segoe UI"/>
              </a:defRPr>
            </a:lvl4pPr>
            <a:lvl5pPr algn="l">
              <a:defRPr sz="1275" b="1">
                <a:solidFill>
                  <a:srgbClr val="171827"/>
                </a:solidFill>
                <a:latin typeface="Segoe UI"/>
                <a:ea typeface="Segoe UI"/>
                <a:cs typeface="Segoe UI"/>
              </a:defRPr>
            </a:lvl5pPr>
            <a:lvl6pPr algn="l">
              <a:defRPr sz="1275" b="1">
                <a:solidFill>
                  <a:srgbClr val="171827"/>
                </a:solidFill>
                <a:latin typeface="Segoe UI"/>
                <a:ea typeface="Segoe UI"/>
                <a:cs typeface="Segoe UI"/>
              </a:defRPr>
            </a:lvl6pPr>
            <a:lvl7pPr algn="l">
              <a:defRPr sz="1275" b="1">
                <a:solidFill>
                  <a:srgbClr val="171827"/>
                </a:solidFill>
                <a:latin typeface="Segoe UI"/>
                <a:ea typeface="Segoe UI"/>
                <a:cs typeface="Segoe UI"/>
              </a:defRPr>
            </a:lvl7pPr>
            <a:lvl8pPr algn="l">
              <a:defRPr sz="1275" b="1">
                <a:solidFill>
                  <a:srgbClr val="171827"/>
                </a:solidFill>
                <a:latin typeface="Segoe UI"/>
                <a:ea typeface="Segoe UI"/>
                <a:cs typeface="Segoe UI"/>
              </a:defRPr>
            </a:lvl8pPr>
            <a:lvl9pPr algn="l">
              <a:defRPr sz="1275" b="1">
                <a:solidFill>
                  <a:srgbClr val="171827"/>
                </a:solidFill>
                <a:latin typeface="Segoe UI"/>
                <a:ea typeface="Segoe UI"/>
                <a:cs typeface="Segoe UI"/>
              </a:defRPr>
            </a:lvl9pPr>
          </a:lstStyle>
          <a:p xmlns:a="http://schemas.openxmlformats.org/drawingml/2006/main">
            <a:pPr algn="l">
              <a:defRPr sz="1275" b="1">
                <a:solidFill>
                  <a:srgbClr val="171827"/>
                </a:solidFill>
                <a:latin typeface="Segoe UI"/>
                <a:ea typeface="Segoe UI"/>
                <a:cs typeface="Segoe UI"/>
              </a:defRPr>
            </a:pPr>
            <a:r>
              <a:rPr sz="1275" b="1">
                <a:solidFill>
                  <a:srgbClr val="171827"/>
                </a:solidFill>
                <a:latin typeface="Segoe UI"/>
                <a:ea typeface="Segoe UI"/>
                <a:cs typeface="Segoe UI"/>
              </a:rPr>
              <a:t>Automations</a:t>
            </a:r>
          </a:p>
        </p:txBody>
      </p:sp>
      <p:sp>
        <p:nvSpPr>
          <p:cNvPr id="13" name="">
            <a:extLst xmlns:a="http://schemas.openxmlformats.org/drawingml/2006/main">
              <a:ext uri="{FF2B5EF4-FFF2-40B4-BE49-F238E27FC236}">
                <a16:creationId xmlns:a16="http://schemas.microsoft.com/office/drawing/2014/main" id="{8E8C88D8-02B6-4954-8E4E-4CAFEB118446}"/>
              </a:ext>
            </a:extLst>
          </p:cNvPr>
          <p:cNvSpPr>
            <a:spLocks xmlns:a="http://schemas.openxmlformats.org/drawingml/2006/main" noGrp="1"/>
          </p:cNvSpPr>
          <p:nvPr/>
        </p:nvSpPr>
        <p:spPr>
          <a:xfrm xmlns:a="http://schemas.openxmlformats.org/drawingml/2006/main">
            <a:off x="3429000" y="225742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55DEB"/>
                </a:solidFill>
                <a:latin typeface="Segoe UI"/>
                <a:ea typeface="Segoe UI"/>
                <a:cs typeface="Segoe UI"/>
              </a:defRPr>
            </a:defPPr>
            <a:lvl1pPr algn="l">
              <a:defRPr sz="1125" b="1">
                <a:solidFill>
                  <a:srgbClr val="655DEB"/>
                </a:solidFill>
                <a:latin typeface="Segoe UI"/>
                <a:ea typeface="Segoe UI"/>
                <a:cs typeface="Segoe UI"/>
              </a:defRPr>
            </a:lvl1pPr>
            <a:lvl2pPr algn="l">
              <a:defRPr sz="1125" b="1">
                <a:solidFill>
                  <a:srgbClr val="655DEB"/>
                </a:solidFill>
                <a:latin typeface="Segoe UI"/>
                <a:ea typeface="Segoe UI"/>
                <a:cs typeface="Segoe UI"/>
              </a:defRPr>
            </a:lvl2pPr>
            <a:lvl3pPr algn="l">
              <a:defRPr sz="1125" b="1">
                <a:solidFill>
                  <a:srgbClr val="655DEB"/>
                </a:solidFill>
                <a:latin typeface="Segoe UI"/>
                <a:ea typeface="Segoe UI"/>
                <a:cs typeface="Segoe UI"/>
              </a:defRPr>
            </a:lvl3pPr>
            <a:lvl4pPr algn="l">
              <a:defRPr sz="1125" b="1">
                <a:solidFill>
                  <a:srgbClr val="655DEB"/>
                </a:solidFill>
                <a:latin typeface="Segoe UI"/>
                <a:ea typeface="Segoe UI"/>
                <a:cs typeface="Segoe UI"/>
              </a:defRPr>
            </a:lvl4pPr>
            <a:lvl5pPr algn="l">
              <a:defRPr sz="1125" b="1">
                <a:solidFill>
                  <a:srgbClr val="655DEB"/>
                </a:solidFill>
                <a:latin typeface="Segoe UI"/>
                <a:ea typeface="Segoe UI"/>
                <a:cs typeface="Segoe UI"/>
              </a:defRPr>
            </a:lvl5pPr>
            <a:lvl6pPr algn="l">
              <a:defRPr sz="1125" b="1">
                <a:solidFill>
                  <a:srgbClr val="655DEB"/>
                </a:solidFill>
                <a:latin typeface="Segoe UI"/>
                <a:ea typeface="Segoe UI"/>
                <a:cs typeface="Segoe UI"/>
              </a:defRPr>
            </a:lvl6pPr>
            <a:lvl7pPr algn="l">
              <a:defRPr sz="1125" b="1">
                <a:solidFill>
                  <a:srgbClr val="655DEB"/>
                </a:solidFill>
                <a:latin typeface="Segoe UI"/>
                <a:ea typeface="Segoe UI"/>
                <a:cs typeface="Segoe UI"/>
              </a:defRPr>
            </a:lvl7pPr>
            <a:lvl8pPr algn="l">
              <a:defRPr sz="1125" b="1">
                <a:solidFill>
                  <a:srgbClr val="655DEB"/>
                </a:solidFill>
                <a:latin typeface="Segoe UI"/>
                <a:ea typeface="Segoe UI"/>
                <a:cs typeface="Segoe UI"/>
              </a:defRPr>
            </a:lvl8pPr>
            <a:lvl9pPr algn="l">
              <a:defRPr sz="1125" b="1">
                <a:solidFill>
                  <a:srgbClr val="655DEB"/>
                </a:solidFill>
                <a:latin typeface="Segoe UI"/>
                <a:ea typeface="Segoe UI"/>
                <a:cs typeface="Segoe UI"/>
              </a:defRPr>
            </a:lvl9pPr>
          </a:lstStyle>
          <a:p xmlns:a="http://schemas.openxmlformats.org/drawingml/2006/main">
            <a:pPr algn="l">
              <a:defRPr sz="1125" b="1">
                <a:solidFill>
                  <a:srgbClr val="655DEB"/>
                </a:solidFill>
                <a:latin typeface="Segoe UI"/>
                <a:ea typeface="Segoe UI"/>
                <a:cs typeface="Segoe UI"/>
              </a:defRPr>
            </a:pPr>
            <a:r>
              <a:rPr sz="1125" b="1">
                <a:solidFill>
                  <a:srgbClr val="655DEB"/>
                </a:solidFill>
                <a:latin typeface="Segoe UI"/>
                <a:ea typeface="Segoe UI"/>
                <a:cs typeface="Segoe UI"/>
              </a:rPr>
              <a:t>/automations</a:t>
            </a:r>
          </a:p>
        </p:txBody>
      </p:sp>
      <p:sp>
        <p:nvSpPr>
          <p:cNvPr id="14" name="">
            <a:extLst xmlns:a="http://schemas.openxmlformats.org/drawingml/2006/main">
              <a:ext uri="{FF2B5EF4-FFF2-40B4-BE49-F238E27FC236}">
                <a16:creationId xmlns:a16="http://schemas.microsoft.com/office/drawing/2014/main" id="{B57E1CA2-57EF-4B7A-A606-BC82FEDD5EBD}"/>
              </a:ext>
            </a:extLst>
          </p:cNvPr>
          <p:cNvSpPr>
            <a:spLocks xmlns:a="http://schemas.openxmlformats.org/drawingml/2006/main" noGrp="1"/>
          </p:cNvSpPr>
          <p:nvPr/>
        </p:nvSpPr>
        <p:spPr>
          <a:xfrm xmlns:a="http://schemas.openxmlformats.org/drawingml/2006/main">
            <a:off x="7334250" y="2257425"/>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4677C"/>
                </a:solidFill>
                <a:latin typeface="Segoe UI"/>
                <a:ea typeface="Segoe UI"/>
                <a:cs typeface="Segoe UI"/>
              </a:defRPr>
            </a:defPPr>
            <a:lvl1pPr algn="l">
              <a:defRPr sz="1125" b="0">
                <a:solidFill>
                  <a:srgbClr val="64677C"/>
                </a:solidFill>
                <a:latin typeface="Segoe UI"/>
                <a:ea typeface="Segoe UI"/>
                <a:cs typeface="Segoe UI"/>
              </a:defRPr>
            </a:lvl1pPr>
            <a:lvl2pPr algn="l">
              <a:defRPr sz="1125" b="0">
                <a:solidFill>
                  <a:srgbClr val="64677C"/>
                </a:solidFill>
                <a:latin typeface="Segoe UI"/>
                <a:ea typeface="Segoe UI"/>
                <a:cs typeface="Segoe UI"/>
              </a:defRPr>
            </a:lvl2pPr>
            <a:lvl3pPr algn="l">
              <a:defRPr sz="1125" b="0">
                <a:solidFill>
                  <a:srgbClr val="64677C"/>
                </a:solidFill>
                <a:latin typeface="Segoe UI"/>
                <a:ea typeface="Segoe UI"/>
                <a:cs typeface="Segoe UI"/>
              </a:defRPr>
            </a:lvl3pPr>
            <a:lvl4pPr algn="l">
              <a:defRPr sz="1125" b="0">
                <a:solidFill>
                  <a:srgbClr val="64677C"/>
                </a:solidFill>
                <a:latin typeface="Segoe UI"/>
                <a:ea typeface="Segoe UI"/>
                <a:cs typeface="Segoe UI"/>
              </a:defRPr>
            </a:lvl4pPr>
            <a:lvl5pPr algn="l">
              <a:defRPr sz="1125" b="0">
                <a:solidFill>
                  <a:srgbClr val="64677C"/>
                </a:solidFill>
                <a:latin typeface="Segoe UI"/>
                <a:ea typeface="Segoe UI"/>
                <a:cs typeface="Segoe UI"/>
              </a:defRPr>
            </a:lvl5pPr>
            <a:lvl6pPr algn="l">
              <a:defRPr sz="1125" b="0">
                <a:solidFill>
                  <a:srgbClr val="64677C"/>
                </a:solidFill>
                <a:latin typeface="Segoe UI"/>
                <a:ea typeface="Segoe UI"/>
                <a:cs typeface="Segoe UI"/>
              </a:defRPr>
            </a:lvl6pPr>
            <a:lvl7pPr algn="l">
              <a:defRPr sz="1125" b="0">
                <a:solidFill>
                  <a:srgbClr val="64677C"/>
                </a:solidFill>
                <a:latin typeface="Segoe UI"/>
                <a:ea typeface="Segoe UI"/>
                <a:cs typeface="Segoe UI"/>
              </a:defRPr>
            </a:lvl7pPr>
            <a:lvl8pPr algn="l">
              <a:defRPr sz="1125" b="0">
                <a:solidFill>
                  <a:srgbClr val="64677C"/>
                </a:solidFill>
                <a:latin typeface="Segoe UI"/>
                <a:ea typeface="Segoe UI"/>
                <a:cs typeface="Segoe UI"/>
              </a:defRPr>
            </a:lvl8pPr>
            <a:lvl9pPr algn="l">
              <a:defRPr sz="1125" b="0">
                <a:solidFill>
                  <a:srgbClr val="64677C"/>
                </a:solidFill>
                <a:latin typeface="Segoe UI"/>
                <a:ea typeface="Segoe UI"/>
                <a:cs typeface="Segoe UI"/>
              </a:defRPr>
            </a:lvl9pPr>
          </a:lstStyle>
          <a:p xmlns:a="http://schemas.openxmlformats.org/drawingml/2006/main">
            <a:pPr algn="l">
              <a:defRPr sz="1125" b="0">
                <a:solidFill>
                  <a:srgbClr val="64677C"/>
                </a:solidFill>
                <a:latin typeface="Segoe UI"/>
                <a:ea typeface="Segoe UI"/>
                <a:cs typeface="Segoe UI"/>
              </a:defRPr>
            </a:pPr>
            <a:r>
              <a:rPr sz="1125" b="0">
                <a:solidFill>
                  <a:srgbClr val="64677C"/>
                </a:solidFill>
                <a:latin typeface="Segoe UI"/>
                <a:ea typeface="Segoe UI"/>
                <a:cs typeface="Segoe UI"/>
              </a:rPr>
              <a:t>Find rules, filter by status, open a rule</a:t>
            </a:r>
          </a:p>
        </p:txBody>
      </p:sp>
      <p:sp>
        <p:nvSpPr>
          <p:cNvPr id="15" name="">
            <a:extLst xmlns:a="http://schemas.openxmlformats.org/drawingml/2006/main">
              <a:ext uri="{FF2B5EF4-FFF2-40B4-BE49-F238E27FC236}">
                <a16:creationId xmlns:a16="http://schemas.microsoft.com/office/drawing/2014/main" id="{B28EA21A-9D9C-41E5-893A-415EB388E527}"/>
              </a:ext>
            </a:extLst>
          </p:cNvPr>
          <p:cNvSpPr>
            <a:spLocks xmlns:a="http://schemas.openxmlformats.org/drawingml/2006/main" noGrp="1"/>
          </p:cNvSpPr>
          <p:nvPr/>
        </p:nvSpPr>
        <p:spPr>
          <a:xfrm xmlns:a="http://schemas.openxmlformats.org/drawingml/2006/main">
            <a:off x="762000" y="2686050"/>
            <a:ext cx="10477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1A743E-2A3D-47CD-A104-401723A7180B}"/>
              </a:ext>
            </a:extLst>
          </p:cNvPr>
          <p:cNvSpPr>
            <a:spLocks xmlns:a="http://schemas.openxmlformats.org/drawingml/2006/main" noGrp="1"/>
          </p:cNvSpPr>
          <p:nvPr/>
        </p:nvSpPr>
        <p:spPr>
          <a:xfrm xmlns:a="http://schemas.openxmlformats.org/drawingml/2006/main">
            <a:off x="762000" y="28384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71827"/>
                </a:solidFill>
                <a:latin typeface="Segoe UI"/>
                <a:ea typeface="Segoe UI"/>
                <a:cs typeface="Segoe UI"/>
              </a:defRPr>
            </a:defPPr>
            <a:lvl1pPr algn="l">
              <a:defRPr sz="1275" b="1">
                <a:solidFill>
                  <a:srgbClr val="171827"/>
                </a:solidFill>
                <a:latin typeface="Segoe UI"/>
                <a:ea typeface="Segoe UI"/>
                <a:cs typeface="Segoe UI"/>
              </a:defRPr>
            </a:lvl1pPr>
            <a:lvl2pPr algn="l">
              <a:defRPr sz="1275" b="1">
                <a:solidFill>
                  <a:srgbClr val="171827"/>
                </a:solidFill>
                <a:latin typeface="Segoe UI"/>
                <a:ea typeface="Segoe UI"/>
                <a:cs typeface="Segoe UI"/>
              </a:defRPr>
            </a:lvl2pPr>
            <a:lvl3pPr algn="l">
              <a:defRPr sz="1275" b="1">
                <a:solidFill>
                  <a:srgbClr val="171827"/>
                </a:solidFill>
                <a:latin typeface="Segoe UI"/>
                <a:ea typeface="Segoe UI"/>
                <a:cs typeface="Segoe UI"/>
              </a:defRPr>
            </a:lvl3pPr>
            <a:lvl4pPr algn="l">
              <a:defRPr sz="1275" b="1">
                <a:solidFill>
                  <a:srgbClr val="171827"/>
                </a:solidFill>
                <a:latin typeface="Segoe UI"/>
                <a:ea typeface="Segoe UI"/>
                <a:cs typeface="Segoe UI"/>
              </a:defRPr>
            </a:lvl4pPr>
            <a:lvl5pPr algn="l">
              <a:defRPr sz="1275" b="1">
                <a:solidFill>
                  <a:srgbClr val="171827"/>
                </a:solidFill>
                <a:latin typeface="Segoe UI"/>
                <a:ea typeface="Segoe UI"/>
                <a:cs typeface="Segoe UI"/>
              </a:defRPr>
            </a:lvl5pPr>
            <a:lvl6pPr algn="l">
              <a:defRPr sz="1275" b="1">
                <a:solidFill>
                  <a:srgbClr val="171827"/>
                </a:solidFill>
                <a:latin typeface="Segoe UI"/>
                <a:ea typeface="Segoe UI"/>
                <a:cs typeface="Segoe UI"/>
              </a:defRPr>
            </a:lvl6pPr>
            <a:lvl7pPr algn="l">
              <a:defRPr sz="1275" b="1">
                <a:solidFill>
                  <a:srgbClr val="171827"/>
                </a:solidFill>
                <a:latin typeface="Segoe UI"/>
                <a:ea typeface="Segoe UI"/>
                <a:cs typeface="Segoe UI"/>
              </a:defRPr>
            </a:lvl7pPr>
            <a:lvl8pPr algn="l">
              <a:defRPr sz="1275" b="1">
                <a:solidFill>
                  <a:srgbClr val="171827"/>
                </a:solidFill>
                <a:latin typeface="Segoe UI"/>
                <a:ea typeface="Segoe UI"/>
                <a:cs typeface="Segoe UI"/>
              </a:defRPr>
            </a:lvl8pPr>
            <a:lvl9pPr algn="l">
              <a:defRPr sz="1275" b="1">
                <a:solidFill>
                  <a:srgbClr val="171827"/>
                </a:solidFill>
                <a:latin typeface="Segoe UI"/>
                <a:ea typeface="Segoe UI"/>
                <a:cs typeface="Segoe UI"/>
              </a:defRPr>
            </a:lvl9pPr>
          </a:lstStyle>
          <a:p xmlns:a="http://schemas.openxmlformats.org/drawingml/2006/main">
            <a:pPr algn="l">
              <a:defRPr sz="1275" b="1">
                <a:solidFill>
                  <a:srgbClr val="171827"/>
                </a:solidFill>
                <a:latin typeface="Segoe UI"/>
                <a:ea typeface="Segoe UI"/>
                <a:cs typeface="Segoe UI"/>
              </a:defRPr>
            </a:pPr>
            <a:r>
              <a:rPr sz="1275" b="1">
                <a:solidFill>
                  <a:srgbClr val="171827"/>
                </a:solidFill>
                <a:latin typeface="Segoe UI"/>
                <a:ea typeface="Segoe UI"/>
                <a:cs typeface="Segoe UI"/>
              </a:rPr>
              <a:t>Builder</a:t>
            </a:r>
          </a:p>
        </p:txBody>
      </p:sp>
      <p:sp>
        <p:nvSpPr>
          <p:cNvPr id="17" name="">
            <a:extLst xmlns:a="http://schemas.openxmlformats.org/drawingml/2006/main">
              <a:ext uri="{FF2B5EF4-FFF2-40B4-BE49-F238E27FC236}">
                <a16:creationId xmlns:a16="http://schemas.microsoft.com/office/drawing/2014/main" id="{19C80FA3-D356-4089-BF41-608B15BD3351}"/>
              </a:ext>
            </a:extLst>
          </p:cNvPr>
          <p:cNvSpPr>
            <a:spLocks xmlns:a="http://schemas.openxmlformats.org/drawingml/2006/main" noGrp="1"/>
          </p:cNvSpPr>
          <p:nvPr/>
        </p:nvSpPr>
        <p:spPr>
          <a:xfrm xmlns:a="http://schemas.openxmlformats.org/drawingml/2006/main">
            <a:off x="3429000" y="28384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55DEB"/>
                </a:solidFill>
                <a:latin typeface="Segoe UI"/>
                <a:ea typeface="Segoe UI"/>
                <a:cs typeface="Segoe UI"/>
              </a:defRPr>
            </a:defPPr>
            <a:lvl1pPr algn="l">
              <a:defRPr sz="1125" b="1">
                <a:solidFill>
                  <a:srgbClr val="655DEB"/>
                </a:solidFill>
                <a:latin typeface="Segoe UI"/>
                <a:ea typeface="Segoe UI"/>
                <a:cs typeface="Segoe UI"/>
              </a:defRPr>
            </a:lvl1pPr>
            <a:lvl2pPr algn="l">
              <a:defRPr sz="1125" b="1">
                <a:solidFill>
                  <a:srgbClr val="655DEB"/>
                </a:solidFill>
                <a:latin typeface="Segoe UI"/>
                <a:ea typeface="Segoe UI"/>
                <a:cs typeface="Segoe UI"/>
              </a:defRPr>
            </a:lvl2pPr>
            <a:lvl3pPr algn="l">
              <a:defRPr sz="1125" b="1">
                <a:solidFill>
                  <a:srgbClr val="655DEB"/>
                </a:solidFill>
                <a:latin typeface="Segoe UI"/>
                <a:ea typeface="Segoe UI"/>
                <a:cs typeface="Segoe UI"/>
              </a:defRPr>
            </a:lvl3pPr>
            <a:lvl4pPr algn="l">
              <a:defRPr sz="1125" b="1">
                <a:solidFill>
                  <a:srgbClr val="655DEB"/>
                </a:solidFill>
                <a:latin typeface="Segoe UI"/>
                <a:ea typeface="Segoe UI"/>
                <a:cs typeface="Segoe UI"/>
              </a:defRPr>
            </a:lvl4pPr>
            <a:lvl5pPr algn="l">
              <a:defRPr sz="1125" b="1">
                <a:solidFill>
                  <a:srgbClr val="655DEB"/>
                </a:solidFill>
                <a:latin typeface="Segoe UI"/>
                <a:ea typeface="Segoe UI"/>
                <a:cs typeface="Segoe UI"/>
              </a:defRPr>
            </a:lvl5pPr>
            <a:lvl6pPr algn="l">
              <a:defRPr sz="1125" b="1">
                <a:solidFill>
                  <a:srgbClr val="655DEB"/>
                </a:solidFill>
                <a:latin typeface="Segoe UI"/>
                <a:ea typeface="Segoe UI"/>
                <a:cs typeface="Segoe UI"/>
              </a:defRPr>
            </a:lvl6pPr>
            <a:lvl7pPr algn="l">
              <a:defRPr sz="1125" b="1">
                <a:solidFill>
                  <a:srgbClr val="655DEB"/>
                </a:solidFill>
                <a:latin typeface="Segoe UI"/>
                <a:ea typeface="Segoe UI"/>
                <a:cs typeface="Segoe UI"/>
              </a:defRPr>
            </a:lvl7pPr>
            <a:lvl8pPr algn="l">
              <a:defRPr sz="1125" b="1">
                <a:solidFill>
                  <a:srgbClr val="655DEB"/>
                </a:solidFill>
                <a:latin typeface="Segoe UI"/>
                <a:ea typeface="Segoe UI"/>
                <a:cs typeface="Segoe UI"/>
              </a:defRPr>
            </a:lvl8pPr>
            <a:lvl9pPr algn="l">
              <a:defRPr sz="1125" b="1">
                <a:solidFill>
                  <a:srgbClr val="655DEB"/>
                </a:solidFill>
                <a:latin typeface="Segoe UI"/>
                <a:ea typeface="Segoe UI"/>
                <a:cs typeface="Segoe UI"/>
              </a:defRPr>
            </a:lvl9pPr>
          </a:lstStyle>
          <a:p xmlns:a="http://schemas.openxmlformats.org/drawingml/2006/main">
            <a:pPr algn="l">
              <a:defRPr sz="1125" b="1">
                <a:solidFill>
                  <a:srgbClr val="655DEB"/>
                </a:solidFill>
                <a:latin typeface="Segoe UI"/>
                <a:ea typeface="Segoe UI"/>
                <a:cs typeface="Segoe UI"/>
              </a:defRPr>
            </a:pPr>
            <a:r>
              <a:rPr sz="1125" b="1">
                <a:solidFill>
                  <a:srgbClr val="655DEB"/>
                </a:solidFill>
                <a:latin typeface="Segoe UI"/>
                <a:ea typeface="Segoe UI"/>
                <a:cs typeface="Segoe UI"/>
              </a:rPr>
              <a:t>/automations/builder</a:t>
            </a:r>
          </a:p>
        </p:txBody>
      </p:sp>
      <p:sp>
        <p:nvSpPr>
          <p:cNvPr id="18" name="">
            <a:extLst xmlns:a="http://schemas.openxmlformats.org/drawingml/2006/main">
              <a:ext uri="{FF2B5EF4-FFF2-40B4-BE49-F238E27FC236}">
                <a16:creationId xmlns:a16="http://schemas.microsoft.com/office/drawing/2014/main" id="{E13C8A61-2F47-47A4-BE5B-A9BBD344E488}"/>
              </a:ext>
            </a:extLst>
          </p:cNvPr>
          <p:cNvSpPr>
            <a:spLocks xmlns:a="http://schemas.openxmlformats.org/drawingml/2006/main" noGrp="1"/>
          </p:cNvSpPr>
          <p:nvPr/>
        </p:nvSpPr>
        <p:spPr>
          <a:xfrm xmlns:a="http://schemas.openxmlformats.org/drawingml/2006/main">
            <a:off x="7334250" y="28384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4677C"/>
                </a:solidFill>
                <a:latin typeface="Segoe UI"/>
                <a:ea typeface="Segoe UI"/>
                <a:cs typeface="Segoe UI"/>
              </a:defRPr>
            </a:defPPr>
            <a:lvl1pPr algn="l">
              <a:defRPr sz="1125" b="0">
                <a:solidFill>
                  <a:srgbClr val="64677C"/>
                </a:solidFill>
                <a:latin typeface="Segoe UI"/>
                <a:ea typeface="Segoe UI"/>
                <a:cs typeface="Segoe UI"/>
              </a:defRPr>
            </a:lvl1pPr>
            <a:lvl2pPr algn="l">
              <a:defRPr sz="1125" b="0">
                <a:solidFill>
                  <a:srgbClr val="64677C"/>
                </a:solidFill>
                <a:latin typeface="Segoe UI"/>
                <a:ea typeface="Segoe UI"/>
                <a:cs typeface="Segoe UI"/>
              </a:defRPr>
            </a:lvl2pPr>
            <a:lvl3pPr algn="l">
              <a:defRPr sz="1125" b="0">
                <a:solidFill>
                  <a:srgbClr val="64677C"/>
                </a:solidFill>
                <a:latin typeface="Segoe UI"/>
                <a:ea typeface="Segoe UI"/>
                <a:cs typeface="Segoe UI"/>
              </a:defRPr>
            </a:lvl3pPr>
            <a:lvl4pPr algn="l">
              <a:defRPr sz="1125" b="0">
                <a:solidFill>
                  <a:srgbClr val="64677C"/>
                </a:solidFill>
                <a:latin typeface="Segoe UI"/>
                <a:ea typeface="Segoe UI"/>
                <a:cs typeface="Segoe UI"/>
              </a:defRPr>
            </a:lvl4pPr>
            <a:lvl5pPr algn="l">
              <a:defRPr sz="1125" b="0">
                <a:solidFill>
                  <a:srgbClr val="64677C"/>
                </a:solidFill>
                <a:latin typeface="Segoe UI"/>
                <a:ea typeface="Segoe UI"/>
                <a:cs typeface="Segoe UI"/>
              </a:defRPr>
            </a:lvl5pPr>
            <a:lvl6pPr algn="l">
              <a:defRPr sz="1125" b="0">
                <a:solidFill>
                  <a:srgbClr val="64677C"/>
                </a:solidFill>
                <a:latin typeface="Segoe UI"/>
                <a:ea typeface="Segoe UI"/>
                <a:cs typeface="Segoe UI"/>
              </a:defRPr>
            </a:lvl6pPr>
            <a:lvl7pPr algn="l">
              <a:defRPr sz="1125" b="0">
                <a:solidFill>
                  <a:srgbClr val="64677C"/>
                </a:solidFill>
                <a:latin typeface="Segoe UI"/>
                <a:ea typeface="Segoe UI"/>
                <a:cs typeface="Segoe UI"/>
              </a:defRPr>
            </a:lvl7pPr>
            <a:lvl8pPr algn="l">
              <a:defRPr sz="1125" b="0">
                <a:solidFill>
                  <a:srgbClr val="64677C"/>
                </a:solidFill>
                <a:latin typeface="Segoe UI"/>
                <a:ea typeface="Segoe UI"/>
                <a:cs typeface="Segoe UI"/>
              </a:defRPr>
            </a:lvl8pPr>
            <a:lvl9pPr algn="l">
              <a:defRPr sz="1125" b="0">
                <a:solidFill>
                  <a:srgbClr val="64677C"/>
                </a:solidFill>
                <a:latin typeface="Segoe UI"/>
                <a:ea typeface="Segoe UI"/>
                <a:cs typeface="Segoe UI"/>
              </a:defRPr>
            </a:lvl9pPr>
          </a:lstStyle>
          <a:p xmlns:a="http://schemas.openxmlformats.org/drawingml/2006/main">
            <a:pPr algn="l">
              <a:defRPr sz="1125" b="0">
                <a:solidFill>
                  <a:srgbClr val="64677C"/>
                </a:solidFill>
                <a:latin typeface="Segoe UI"/>
                <a:ea typeface="Segoe UI"/>
                <a:cs typeface="Segoe UI"/>
              </a:defRPr>
            </a:pPr>
            <a:r>
              <a:rPr sz="1125" b="0">
                <a:solidFill>
                  <a:srgbClr val="64677C"/>
                </a:solidFill>
                <a:latin typeface="Segoe UI"/>
                <a:ea typeface="Segoe UI"/>
                <a:cs typeface="Segoe UI"/>
              </a:rPr>
              <a:t>Create and save a draft</a:t>
            </a:r>
          </a:p>
        </p:txBody>
      </p:sp>
      <p:sp>
        <p:nvSpPr>
          <p:cNvPr id="19" name="">
            <a:extLst xmlns:a="http://schemas.openxmlformats.org/drawingml/2006/main">
              <a:ext uri="{FF2B5EF4-FFF2-40B4-BE49-F238E27FC236}">
                <a16:creationId xmlns:a16="http://schemas.microsoft.com/office/drawing/2014/main" id="{DC0227A4-6C8F-4D7F-AAB3-33D8CF89799A}"/>
              </a:ext>
            </a:extLst>
          </p:cNvPr>
          <p:cNvSpPr>
            <a:spLocks xmlns:a="http://schemas.openxmlformats.org/drawingml/2006/main" noGrp="1"/>
          </p:cNvSpPr>
          <p:nvPr/>
        </p:nvSpPr>
        <p:spPr>
          <a:xfrm xmlns:a="http://schemas.openxmlformats.org/drawingml/2006/main">
            <a:off x="762000" y="3267075"/>
            <a:ext cx="10477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145AA64-6B83-4384-8CE3-E14B9B95D616}"/>
              </a:ext>
            </a:extLst>
          </p:cNvPr>
          <p:cNvSpPr>
            <a:spLocks xmlns:a="http://schemas.openxmlformats.org/drawingml/2006/main" noGrp="1"/>
          </p:cNvSpPr>
          <p:nvPr/>
        </p:nvSpPr>
        <p:spPr>
          <a:xfrm xmlns:a="http://schemas.openxmlformats.org/drawingml/2006/main">
            <a:off x="762000" y="34194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71827"/>
                </a:solidFill>
                <a:latin typeface="Segoe UI"/>
                <a:ea typeface="Segoe UI"/>
                <a:cs typeface="Segoe UI"/>
              </a:defRPr>
            </a:defPPr>
            <a:lvl1pPr algn="l">
              <a:defRPr sz="1275" b="1">
                <a:solidFill>
                  <a:srgbClr val="171827"/>
                </a:solidFill>
                <a:latin typeface="Segoe UI"/>
                <a:ea typeface="Segoe UI"/>
                <a:cs typeface="Segoe UI"/>
              </a:defRPr>
            </a:lvl1pPr>
            <a:lvl2pPr algn="l">
              <a:defRPr sz="1275" b="1">
                <a:solidFill>
                  <a:srgbClr val="171827"/>
                </a:solidFill>
                <a:latin typeface="Segoe UI"/>
                <a:ea typeface="Segoe UI"/>
                <a:cs typeface="Segoe UI"/>
              </a:defRPr>
            </a:lvl2pPr>
            <a:lvl3pPr algn="l">
              <a:defRPr sz="1275" b="1">
                <a:solidFill>
                  <a:srgbClr val="171827"/>
                </a:solidFill>
                <a:latin typeface="Segoe UI"/>
                <a:ea typeface="Segoe UI"/>
                <a:cs typeface="Segoe UI"/>
              </a:defRPr>
            </a:lvl3pPr>
            <a:lvl4pPr algn="l">
              <a:defRPr sz="1275" b="1">
                <a:solidFill>
                  <a:srgbClr val="171827"/>
                </a:solidFill>
                <a:latin typeface="Segoe UI"/>
                <a:ea typeface="Segoe UI"/>
                <a:cs typeface="Segoe UI"/>
              </a:defRPr>
            </a:lvl4pPr>
            <a:lvl5pPr algn="l">
              <a:defRPr sz="1275" b="1">
                <a:solidFill>
                  <a:srgbClr val="171827"/>
                </a:solidFill>
                <a:latin typeface="Segoe UI"/>
                <a:ea typeface="Segoe UI"/>
                <a:cs typeface="Segoe UI"/>
              </a:defRPr>
            </a:lvl5pPr>
            <a:lvl6pPr algn="l">
              <a:defRPr sz="1275" b="1">
                <a:solidFill>
                  <a:srgbClr val="171827"/>
                </a:solidFill>
                <a:latin typeface="Segoe UI"/>
                <a:ea typeface="Segoe UI"/>
                <a:cs typeface="Segoe UI"/>
              </a:defRPr>
            </a:lvl6pPr>
            <a:lvl7pPr algn="l">
              <a:defRPr sz="1275" b="1">
                <a:solidFill>
                  <a:srgbClr val="171827"/>
                </a:solidFill>
                <a:latin typeface="Segoe UI"/>
                <a:ea typeface="Segoe UI"/>
                <a:cs typeface="Segoe UI"/>
              </a:defRPr>
            </a:lvl7pPr>
            <a:lvl8pPr algn="l">
              <a:defRPr sz="1275" b="1">
                <a:solidFill>
                  <a:srgbClr val="171827"/>
                </a:solidFill>
                <a:latin typeface="Segoe UI"/>
                <a:ea typeface="Segoe UI"/>
                <a:cs typeface="Segoe UI"/>
              </a:defRPr>
            </a:lvl8pPr>
            <a:lvl9pPr algn="l">
              <a:defRPr sz="1275" b="1">
                <a:solidFill>
                  <a:srgbClr val="171827"/>
                </a:solidFill>
                <a:latin typeface="Segoe UI"/>
                <a:ea typeface="Segoe UI"/>
                <a:cs typeface="Segoe UI"/>
              </a:defRPr>
            </a:lvl9pPr>
          </a:lstStyle>
          <a:p xmlns:a="http://schemas.openxmlformats.org/drawingml/2006/main">
            <a:pPr algn="l">
              <a:defRPr sz="1275" b="1">
                <a:solidFill>
                  <a:srgbClr val="171827"/>
                </a:solidFill>
                <a:latin typeface="Segoe UI"/>
                <a:ea typeface="Segoe UI"/>
                <a:cs typeface="Segoe UI"/>
              </a:defRPr>
            </a:pPr>
            <a:r>
              <a:rPr sz="1275" b="1">
                <a:solidFill>
                  <a:srgbClr val="171827"/>
                </a:solidFill>
                <a:latin typeface="Segoe UI"/>
                <a:ea typeface="Segoe UI"/>
                <a:cs typeface="Segoe UI"/>
              </a:rPr>
              <a:t>Automation detail</a:t>
            </a:r>
          </a:p>
        </p:txBody>
      </p:sp>
      <p:sp>
        <p:nvSpPr>
          <p:cNvPr id="21" name="">
            <a:extLst xmlns:a="http://schemas.openxmlformats.org/drawingml/2006/main">
              <a:ext uri="{FF2B5EF4-FFF2-40B4-BE49-F238E27FC236}">
                <a16:creationId xmlns:a16="http://schemas.microsoft.com/office/drawing/2014/main" id="{C78073A3-824B-45A6-B004-19586AC966C0}"/>
              </a:ext>
            </a:extLst>
          </p:cNvPr>
          <p:cNvSpPr>
            <a:spLocks xmlns:a="http://schemas.openxmlformats.org/drawingml/2006/main" noGrp="1"/>
          </p:cNvSpPr>
          <p:nvPr/>
        </p:nvSpPr>
        <p:spPr>
          <a:xfrm xmlns:a="http://schemas.openxmlformats.org/drawingml/2006/main">
            <a:off x="3429000" y="341947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55DEB"/>
                </a:solidFill>
                <a:latin typeface="Segoe UI"/>
                <a:ea typeface="Segoe UI"/>
                <a:cs typeface="Segoe UI"/>
              </a:defRPr>
            </a:defPPr>
            <a:lvl1pPr algn="l">
              <a:defRPr sz="1125" b="1">
                <a:solidFill>
                  <a:srgbClr val="655DEB"/>
                </a:solidFill>
                <a:latin typeface="Segoe UI"/>
                <a:ea typeface="Segoe UI"/>
                <a:cs typeface="Segoe UI"/>
              </a:defRPr>
            </a:lvl1pPr>
            <a:lvl2pPr algn="l">
              <a:defRPr sz="1125" b="1">
                <a:solidFill>
                  <a:srgbClr val="655DEB"/>
                </a:solidFill>
                <a:latin typeface="Segoe UI"/>
                <a:ea typeface="Segoe UI"/>
                <a:cs typeface="Segoe UI"/>
              </a:defRPr>
            </a:lvl2pPr>
            <a:lvl3pPr algn="l">
              <a:defRPr sz="1125" b="1">
                <a:solidFill>
                  <a:srgbClr val="655DEB"/>
                </a:solidFill>
                <a:latin typeface="Segoe UI"/>
                <a:ea typeface="Segoe UI"/>
                <a:cs typeface="Segoe UI"/>
              </a:defRPr>
            </a:lvl3pPr>
            <a:lvl4pPr algn="l">
              <a:defRPr sz="1125" b="1">
                <a:solidFill>
                  <a:srgbClr val="655DEB"/>
                </a:solidFill>
                <a:latin typeface="Segoe UI"/>
                <a:ea typeface="Segoe UI"/>
                <a:cs typeface="Segoe UI"/>
              </a:defRPr>
            </a:lvl4pPr>
            <a:lvl5pPr algn="l">
              <a:defRPr sz="1125" b="1">
                <a:solidFill>
                  <a:srgbClr val="655DEB"/>
                </a:solidFill>
                <a:latin typeface="Segoe UI"/>
                <a:ea typeface="Segoe UI"/>
                <a:cs typeface="Segoe UI"/>
              </a:defRPr>
            </a:lvl5pPr>
            <a:lvl6pPr algn="l">
              <a:defRPr sz="1125" b="1">
                <a:solidFill>
                  <a:srgbClr val="655DEB"/>
                </a:solidFill>
                <a:latin typeface="Segoe UI"/>
                <a:ea typeface="Segoe UI"/>
                <a:cs typeface="Segoe UI"/>
              </a:defRPr>
            </a:lvl6pPr>
            <a:lvl7pPr algn="l">
              <a:defRPr sz="1125" b="1">
                <a:solidFill>
                  <a:srgbClr val="655DEB"/>
                </a:solidFill>
                <a:latin typeface="Segoe UI"/>
                <a:ea typeface="Segoe UI"/>
                <a:cs typeface="Segoe UI"/>
              </a:defRPr>
            </a:lvl7pPr>
            <a:lvl8pPr algn="l">
              <a:defRPr sz="1125" b="1">
                <a:solidFill>
                  <a:srgbClr val="655DEB"/>
                </a:solidFill>
                <a:latin typeface="Segoe UI"/>
                <a:ea typeface="Segoe UI"/>
                <a:cs typeface="Segoe UI"/>
              </a:defRPr>
            </a:lvl8pPr>
            <a:lvl9pPr algn="l">
              <a:defRPr sz="1125" b="1">
                <a:solidFill>
                  <a:srgbClr val="655DEB"/>
                </a:solidFill>
                <a:latin typeface="Segoe UI"/>
                <a:ea typeface="Segoe UI"/>
                <a:cs typeface="Segoe UI"/>
              </a:defRPr>
            </a:lvl9pPr>
          </a:lstStyle>
          <a:p xmlns:a="http://schemas.openxmlformats.org/drawingml/2006/main">
            <a:pPr algn="l">
              <a:defRPr sz="1125" b="1">
                <a:solidFill>
                  <a:srgbClr val="655DEB"/>
                </a:solidFill>
                <a:latin typeface="Segoe UI"/>
                <a:ea typeface="Segoe UI"/>
                <a:cs typeface="Segoe UI"/>
              </a:defRPr>
            </a:pPr>
            <a:r>
              <a:rPr sz="1125" b="1">
                <a:solidFill>
                  <a:srgbClr val="655DEB"/>
                </a:solidFill>
                <a:latin typeface="Segoe UI"/>
                <a:ea typeface="Segoe UI"/>
                <a:cs typeface="Segoe UI"/>
              </a:rPr>
              <a:t>/automations/{id}</a:t>
            </a:r>
          </a:p>
        </p:txBody>
      </p:sp>
      <p:sp>
        <p:nvSpPr>
          <p:cNvPr id="22" name="">
            <a:extLst xmlns:a="http://schemas.openxmlformats.org/drawingml/2006/main">
              <a:ext uri="{FF2B5EF4-FFF2-40B4-BE49-F238E27FC236}">
                <a16:creationId xmlns:a16="http://schemas.microsoft.com/office/drawing/2014/main" id="{5401C521-1B30-4B78-9277-9ACF9148C3FE}"/>
              </a:ext>
            </a:extLst>
          </p:cNvPr>
          <p:cNvSpPr>
            <a:spLocks xmlns:a="http://schemas.openxmlformats.org/drawingml/2006/main" noGrp="1"/>
          </p:cNvSpPr>
          <p:nvPr/>
        </p:nvSpPr>
        <p:spPr>
          <a:xfrm xmlns:a="http://schemas.openxmlformats.org/drawingml/2006/main">
            <a:off x="7334250" y="3419475"/>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4677C"/>
                </a:solidFill>
                <a:latin typeface="Segoe UI"/>
                <a:ea typeface="Segoe UI"/>
                <a:cs typeface="Segoe UI"/>
              </a:defRPr>
            </a:defPPr>
            <a:lvl1pPr algn="l">
              <a:defRPr sz="1125" b="0">
                <a:solidFill>
                  <a:srgbClr val="64677C"/>
                </a:solidFill>
                <a:latin typeface="Segoe UI"/>
                <a:ea typeface="Segoe UI"/>
                <a:cs typeface="Segoe UI"/>
              </a:defRPr>
            </a:lvl1pPr>
            <a:lvl2pPr algn="l">
              <a:defRPr sz="1125" b="0">
                <a:solidFill>
                  <a:srgbClr val="64677C"/>
                </a:solidFill>
                <a:latin typeface="Segoe UI"/>
                <a:ea typeface="Segoe UI"/>
                <a:cs typeface="Segoe UI"/>
              </a:defRPr>
            </a:lvl2pPr>
            <a:lvl3pPr algn="l">
              <a:defRPr sz="1125" b="0">
                <a:solidFill>
                  <a:srgbClr val="64677C"/>
                </a:solidFill>
                <a:latin typeface="Segoe UI"/>
                <a:ea typeface="Segoe UI"/>
                <a:cs typeface="Segoe UI"/>
              </a:defRPr>
            </a:lvl3pPr>
            <a:lvl4pPr algn="l">
              <a:defRPr sz="1125" b="0">
                <a:solidFill>
                  <a:srgbClr val="64677C"/>
                </a:solidFill>
                <a:latin typeface="Segoe UI"/>
                <a:ea typeface="Segoe UI"/>
                <a:cs typeface="Segoe UI"/>
              </a:defRPr>
            </a:lvl4pPr>
            <a:lvl5pPr algn="l">
              <a:defRPr sz="1125" b="0">
                <a:solidFill>
                  <a:srgbClr val="64677C"/>
                </a:solidFill>
                <a:latin typeface="Segoe UI"/>
                <a:ea typeface="Segoe UI"/>
                <a:cs typeface="Segoe UI"/>
              </a:defRPr>
            </a:lvl5pPr>
            <a:lvl6pPr algn="l">
              <a:defRPr sz="1125" b="0">
                <a:solidFill>
                  <a:srgbClr val="64677C"/>
                </a:solidFill>
                <a:latin typeface="Segoe UI"/>
                <a:ea typeface="Segoe UI"/>
                <a:cs typeface="Segoe UI"/>
              </a:defRPr>
            </a:lvl6pPr>
            <a:lvl7pPr algn="l">
              <a:defRPr sz="1125" b="0">
                <a:solidFill>
                  <a:srgbClr val="64677C"/>
                </a:solidFill>
                <a:latin typeface="Segoe UI"/>
                <a:ea typeface="Segoe UI"/>
                <a:cs typeface="Segoe UI"/>
              </a:defRPr>
            </a:lvl7pPr>
            <a:lvl8pPr algn="l">
              <a:defRPr sz="1125" b="0">
                <a:solidFill>
                  <a:srgbClr val="64677C"/>
                </a:solidFill>
                <a:latin typeface="Segoe UI"/>
                <a:ea typeface="Segoe UI"/>
                <a:cs typeface="Segoe UI"/>
              </a:defRPr>
            </a:lvl8pPr>
            <a:lvl9pPr algn="l">
              <a:defRPr sz="1125" b="0">
                <a:solidFill>
                  <a:srgbClr val="64677C"/>
                </a:solidFill>
                <a:latin typeface="Segoe UI"/>
                <a:ea typeface="Segoe UI"/>
                <a:cs typeface="Segoe UI"/>
              </a:defRPr>
            </a:lvl9pPr>
          </a:lstStyle>
          <a:p xmlns:a="http://schemas.openxmlformats.org/drawingml/2006/main">
            <a:pPr algn="l">
              <a:defRPr sz="1125" b="0">
                <a:solidFill>
                  <a:srgbClr val="64677C"/>
                </a:solidFill>
                <a:latin typeface="Segoe UI"/>
                <a:ea typeface="Segoe UI"/>
                <a:cs typeface="Segoe UI"/>
              </a:defRPr>
            </a:pPr>
            <a:r>
              <a:rPr sz="1125" b="0">
                <a:solidFill>
                  <a:srgbClr val="64677C"/>
                </a:solidFill>
                <a:latin typeface="Segoe UI"/>
                <a:ea typeface="Segoe UI"/>
                <a:cs typeface="Segoe UI"/>
              </a:rPr>
              <a:t>Preview, publish, enable, send event, see runs</a:t>
            </a:r>
          </a:p>
        </p:txBody>
      </p:sp>
      <p:sp>
        <p:nvSpPr>
          <p:cNvPr id="23" name="">
            <a:extLst xmlns:a="http://schemas.openxmlformats.org/drawingml/2006/main">
              <a:ext uri="{FF2B5EF4-FFF2-40B4-BE49-F238E27FC236}">
                <a16:creationId xmlns:a16="http://schemas.microsoft.com/office/drawing/2014/main" id="{11962CCD-33E0-4A84-B376-EEDD3E2C5D9E}"/>
              </a:ext>
            </a:extLst>
          </p:cNvPr>
          <p:cNvSpPr>
            <a:spLocks xmlns:a="http://schemas.openxmlformats.org/drawingml/2006/main" noGrp="1"/>
          </p:cNvSpPr>
          <p:nvPr/>
        </p:nvSpPr>
        <p:spPr>
          <a:xfrm xmlns:a="http://schemas.openxmlformats.org/drawingml/2006/main">
            <a:off x="762000" y="3848100"/>
            <a:ext cx="10477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05629E9-682F-4D0C-A166-FF058B84C281}"/>
              </a:ext>
            </a:extLst>
          </p:cNvPr>
          <p:cNvSpPr>
            <a:spLocks xmlns:a="http://schemas.openxmlformats.org/drawingml/2006/main" noGrp="1"/>
          </p:cNvSpPr>
          <p:nvPr/>
        </p:nvSpPr>
        <p:spPr>
          <a:xfrm xmlns:a="http://schemas.openxmlformats.org/drawingml/2006/main">
            <a:off x="762000" y="4000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71827"/>
                </a:solidFill>
                <a:latin typeface="Segoe UI"/>
                <a:ea typeface="Segoe UI"/>
                <a:cs typeface="Segoe UI"/>
              </a:defRPr>
            </a:defPPr>
            <a:lvl1pPr algn="l">
              <a:defRPr sz="1275" b="1">
                <a:solidFill>
                  <a:srgbClr val="171827"/>
                </a:solidFill>
                <a:latin typeface="Segoe UI"/>
                <a:ea typeface="Segoe UI"/>
                <a:cs typeface="Segoe UI"/>
              </a:defRPr>
            </a:lvl1pPr>
            <a:lvl2pPr algn="l">
              <a:defRPr sz="1275" b="1">
                <a:solidFill>
                  <a:srgbClr val="171827"/>
                </a:solidFill>
                <a:latin typeface="Segoe UI"/>
                <a:ea typeface="Segoe UI"/>
                <a:cs typeface="Segoe UI"/>
              </a:defRPr>
            </a:lvl2pPr>
            <a:lvl3pPr algn="l">
              <a:defRPr sz="1275" b="1">
                <a:solidFill>
                  <a:srgbClr val="171827"/>
                </a:solidFill>
                <a:latin typeface="Segoe UI"/>
                <a:ea typeface="Segoe UI"/>
                <a:cs typeface="Segoe UI"/>
              </a:defRPr>
            </a:lvl3pPr>
            <a:lvl4pPr algn="l">
              <a:defRPr sz="1275" b="1">
                <a:solidFill>
                  <a:srgbClr val="171827"/>
                </a:solidFill>
                <a:latin typeface="Segoe UI"/>
                <a:ea typeface="Segoe UI"/>
                <a:cs typeface="Segoe UI"/>
              </a:defRPr>
            </a:lvl4pPr>
            <a:lvl5pPr algn="l">
              <a:defRPr sz="1275" b="1">
                <a:solidFill>
                  <a:srgbClr val="171827"/>
                </a:solidFill>
                <a:latin typeface="Segoe UI"/>
                <a:ea typeface="Segoe UI"/>
                <a:cs typeface="Segoe UI"/>
              </a:defRPr>
            </a:lvl5pPr>
            <a:lvl6pPr algn="l">
              <a:defRPr sz="1275" b="1">
                <a:solidFill>
                  <a:srgbClr val="171827"/>
                </a:solidFill>
                <a:latin typeface="Segoe UI"/>
                <a:ea typeface="Segoe UI"/>
                <a:cs typeface="Segoe UI"/>
              </a:defRPr>
            </a:lvl6pPr>
            <a:lvl7pPr algn="l">
              <a:defRPr sz="1275" b="1">
                <a:solidFill>
                  <a:srgbClr val="171827"/>
                </a:solidFill>
                <a:latin typeface="Segoe UI"/>
                <a:ea typeface="Segoe UI"/>
                <a:cs typeface="Segoe UI"/>
              </a:defRPr>
            </a:lvl7pPr>
            <a:lvl8pPr algn="l">
              <a:defRPr sz="1275" b="1">
                <a:solidFill>
                  <a:srgbClr val="171827"/>
                </a:solidFill>
                <a:latin typeface="Segoe UI"/>
                <a:ea typeface="Segoe UI"/>
                <a:cs typeface="Segoe UI"/>
              </a:defRPr>
            </a:lvl8pPr>
            <a:lvl9pPr algn="l">
              <a:defRPr sz="1275" b="1">
                <a:solidFill>
                  <a:srgbClr val="171827"/>
                </a:solidFill>
                <a:latin typeface="Segoe UI"/>
                <a:ea typeface="Segoe UI"/>
                <a:cs typeface="Segoe UI"/>
              </a:defRPr>
            </a:lvl9pPr>
          </a:lstStyle>
          <a:p xmlns:a="http://schemas.openxmlformats.org/drawingml/2006/main">
            <a:pPr algn="l">
              <a:defRPr sz="1275" b="1">
                <a:solidFill>
                  <a:srgbClr val="171827"/>
                </a:solidFill>
                <a:latin typeface="Segoe UI"/>
                <a:ea typeface="Segoe UI"/>
                <a:cs typeface="Segoe UI"/>
              </a:defRPr>
            </a:pPr>
            <a:r>
              <a:rPr sz="1275" b="1">
                <a:solidFill>
                  <a:srgbClr val="171827"/>
                </a:solidFill>
                <a:latin typeface="Segoe UI"/>
                <a:ea typeface="Segoe UI"/>
                <a:cs typeface="Segoe UI"/>
              </a:rPr>
              <a:t>Schedule</a:t>
            </a:r>
          </a:p>
        </p:txBody>
      </p:sp>
      <p:sp>
        <p:nvSpPr>
          <p:cNvPr id="25" name="">
            <a:extLst xmlns:a="http://schemas.openxmlformats.org/drawingml/2006/main">
              <a:ext uri="{FF2B5EF4-FFF2-40B4-BE49-F238E27FC236}">
                <a16:creationId xmlns:a16="http://schemas.microsoft.com/office/drawing/2014/main" id="{7C359A18-8D0F-4A0A-9772-5F908E28AA94}"/>
              </a:ext>
            </a:extLst>
          </p:cNvPr>
          <p:cNvSpPr>
            <a:spLocks xmlns:a="http://schemas.openxmlformats.org/drawingml/2006/main" noGrp="1"/>
          </p:cNvSpPr>
          <p:nvPr/>
        </p:nvSpPr>
        <p:spPr>
          <a:xfrm xmlns:a="http://schemas.openxmlformats.org/drawingml/2006/main">
            <a:off x="3429000" y="40005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55DEB"/>
                </a:solidFill>
                <a:latin typeface="Segoe UI"/>
                <a:ea typeface="Segoe UI"/>
                <a:cs typeface="Segoe UI"/>
              </a:defRPr>
            </a:defPPr>
            <a:lvl1pPr algn="l">
              <a:defRPr sz="1125" b="1">
                <a:solidFill>
                  <a:srgbClr val="655DEB"/>
                </a:solidFill>
                <a:latin typeface="Segoe UI"/>
                <a:ea typeface="Segoe UI"/>
                <a:cs typeface="Segoe UI"/>
              </a:defRPr>
            </a:lvl1pPr>
            <a:lvl2pPr algn="l">
              <a:defRPr sz="1125" b="1">
                <a:solidFill>
                  <a:srgbClr val="655DEB"/>
                </a:solidFill>
                <a:latin typeface="Segoe UI"/>
                <a:ea typeface="Segoe UI"/>
                <a:cs typeface="Segoe UI"/>
              </a:defRPr>
            </a:lvl2pPr>
            <a:lvl3pPr algn="l">
              <a:defRPr sz="1125" b="1">
                <a:solidFill>
                  <a:srgbClr val="655DEB"/>
                </a:solidFill>
                <a:latin typeface="Segoe UI"/>
                <a:ea typeface="Segoe UI"/>
                <a:cs typeface="Segoe UI"/>
              </a:defRPr>
            </a:lvl3pPr>
            <a:lvl4pPr algn="l">
              <a:defRPr sz="1125" b="1">
                <a:solidFill>
                  <a:srgbClr val="655DEB"/>
                </a:solidFill>
                <a:latin typeface="Segoe UI"/>
                <a:ea typeface="Segoe UI"/>
                <a:cs typeface="Segoe UI"/>
              </a:defRPr>
            </a:lvl4pPr>
            <a:lvl5pPr algn="l">
              <a:defRPr sz="1125" b="1">
                <a:solidFill>
                  <a:srgbClr val="655DEB"/>
                </a:solidFill>
                <a:latin typeface="Segoe UI"/>
                <a:ea typeface="Segoe UI"/>
                <a:cs typeface="Segoe UI"/>
              </a:defRPr>
            </a:lvl5pPr>
            <a:lvl6pPr algn="l">
              <a:defRPr sz="1125" b="1">
                <a:solidFill>
                  <a:srgbClr val="655DEB"/>
                </a:solidFill>
                <a:latin typeface="Segoe UI"/>
                <a:ea typeface="Segoe UI"/>
                <a:cs typeface="Segoe UI"/>
              </a:defRPr>
            </a:lvl6pPr>
            <a:lvl7pPr algn="l">
              <a:defRPr sz="1125" b="1">
                <a:solidFill>
                  <a:srgbClr val="655DEB"/>
                </a:solidFill>
                <a:latin typeface="Segoe UI"/>
                <a:ea typeface="Segoe UI"/>
                <a:cs typeface="Segoe UI"/>
              </a:defRPr>
            </a:lvl7pPr>
            <a:lvl8pPr algn="l">
              <a:defRPr sz="1125" b="1">
                <a:solidFill>
                  <a:srgbClr val="655DEB"/>
                </a:solidFill>
                <a:latin typeface="Segoe UI"/>
                <a:ea typeface="Segoe UI"/>
                <a:cs typeface="Segoe UI"/>
              </a:defRPr>
            </a:lvl8pPr>
            <a:lvl9pPr algn="l">
              <a:defRPr sz="1125" b="1">
                <a:solidFill>
                  <a:srgbClr val="655DEB"/>
                </a:solidFill>
                <a:latin typeface="Segoe UI"/>
                <a:ea typeface="Segoe UI"/>
                <a:cs typeface="Segoe UI"/>
              </a:defRPr>
            </a:lvl9pPr>
          </a:lstStyle>
          <a:p xmlns:a="http://schemas.openxmlformats.org/drawingml/2006/main">
            <a:pPr algn="l">
              <a:defRPr sz="1125" b="1">
                <a:solidFill>
                  <a:srgbClr val="655DEB"/>
                </a:solidFill>
                <a:latin typeface="Segoe UI"/>
                <a:ea typeface="Segoe UI"/>
                <a:cs typeface="Segoe UI"/>
              </a:defRPr>
            </a:pPr>
            <a:r>
              <a:rPr sz="1125" b="1">
                <a:solidFill>
                  <a:srgbClr val="655DEB"/>
                </a:solidFill>
                <a:latin typeface="Segoe UI"/>
                <a:ea typeface="Segoe UI"/>
                <a:cs typeface="Segoe UI"/>
              </a:rPr>
              <a:t>/automations/{id}/schedule</a:t>
            </a:r>
          </a:p>
        </p:txBody>
      </p:sp>
      <p:sp>
        <p:nvSpPr>
          <p:cNvPr id="26" name="">
            <a:extLst xmlns:a="http://schemas.openxmlformats.org/drawingml/2006/main">
              <a:ext uri="{FF2B5EF4-FFF2-40B4-BE49-F238E27FC236}">
                <a16:creationId xmlns:a16="http://schemas.microsoft.com/office/drawing/2014/main" id="{E1E24FBE-396B-42B2-8B9C-B3B4EAD7A1DE}"/>
              </a:ext>
            </a:extLst>
          </p:cNvPr>
          <p:cNvSpPr>
            <a:spLocks xmlns:a="http://schemas.openxmlformats.org/drawingml/2006/main" noGrp="1"/>
          </p:cNvSpPr>
          <p:nvPr/>
        </p:nvSpPr>
        <p:spPr>
          <a:xfrm xmlns:a="http://schemas.openxmlformats.org/drawingml/2006/main">
            <a:off x="7334250" y="40005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4677C"/>
                </a:solidFill>
                <a:latin typeface="Segoe UI"/>
                <a:ea typeface="Segoe UI"/>
                <a:cs typeface="Segoe UI"/>
              </a:defRPr>
            </a:defPPr>
            <a:lvl1pPr algn="l">
              <a:defRPr sz="1125" b="0">
                <a:solidFill>
                  <a:srgbClr val="64677C"/>
                </a:solidFill>
                <a:latin typeface="Segoe UI"/>
                <a:ea typeface="Segoe UI"/>
                <a:cs typeface="Segoe UI"/>
              </a:defRPr>
            </a:lvl1pPr>
            <a:lvl2pPr algn="l">
              <a:defRPr sz="1125" b="0">
                <a:solidFill>
                  <a:srgbClr val="64677C"/>
                </a:solidFill>
                <a:latin typeface="Segoe UI"/>
                <a:ea typeface="Segoe UI"/>
                <a:cs typeface="Segoe UI"/>
              </a:defRPr>
            </a:lvl2pPr>
            <a:lvl3pPr algn="l">
              <a:defRPr sz="1125" b="0">
                <a:solidFill>
                  <a:srgbClr val="64677C"/>
                </a:solidFill>
                <a:latin typeface="Segoe UI"/>
                <a:ea typeface="Segoe UI"/>
                <a:cs typeface="Segoe UI"/>
              </a:defRPr>
            </a:lvl3pPr>
            <a:lvl4pPr algn="l">
              <a:defRPr sz="1125" b="0">
                <a:solidFill>
                  <a:srgbClr val="64677C"/>
                </a:solidFill>
                <a:latin typeface="Segoe UI"/>
                <a:ea typeface="Segoe UI"/>
                <a:cs typeface="Segoe UI"/>
              </a:defRPr>
            </a:lvl4pPr>
            <a:lvl5pPr algn="l">
              <a:defRPr sz="1125" b="0">
                <a:solidFill>
                  <a:srgbClr val="64677C"/>
                </a:solidFill>
                <a:latin typeface="Segoe UI"/>
                <a:ea typeface="Segoe UI"/>
                <a:cs typeface="Segoe UI"/>
              </a:defRPr>
            </a:lvl5pPr>
            <a:lvl6pPr algn="l">
              <a:defRPr sz="1125" b="0">
                <a:solidFill>
                  <a:srgbClr val="64677C"/>
                </a:solidFill>
                <a:latin typeface="Segoe UI"/>
                <a:ea typeface="Segoe UI"/>
                <a:cs typeface="Segoe UI"/>
              </a:defRPr>
            </a:lvl6pPr>
            <a:lvl7pPr algn="l">
              <a:defRPr sz="1125" b="0">
                <a:solidFill>
                  <a:srgbClr val="64677C"/>
                </a:solidFill>
                <a:latin typeface="Segoe UI"/>
                <a:ea typeface="Segoe UI"/>
                <a:cs typeface="Segoe UI"/>
              </a:defRPr>
            </a:lvl7pPr>
            <a:lvl8pPr algn="l">
              <a:defRPr sz="1125" b="0">
                <a:solidFill>
                  <a:srgbClr val="64677C"/>
                </a:solidFill>
                <a:latin typeface="Segoe UI"/>
                <a:ea typeface="Segoe UI"/>
                <a:cs typeface="Segoe UI"/>
              </a:defRPr>
            </a:lvl8pPr>
            <a:lvl9pPr algn="l">
              <a:defRPr sz="1125" b="0">
                <a:solidFill>
                  <a:srgbClr val="64677C"/>
                </a:solidFill>
                <a:latin typeface="Segoe UI"/>
                <a:ea typeface="Segoe UI"/>
                <a:cs typeface="Segoe UI"/>
              </a:defRPr>
            </a:lvl9pPr>
          </a:lstStyle>
          <a:p xmlns:a="http://schemas.openxmlformats.org/drawingml/2006/main">
            <a:pPr algn="l">
              <a:defRPr sz="1125" b="0">
                <a:solidFill>
                  <a:srgbClr val="64677C"/>
                </a:solidFill>
                <a:latin typeface="Segoe UI"/>
                <a:ea typeface="Segoe UI"/>
                <a:cs typeface="Segoe UI"/>
              </a:defRPr>
            </a:pPr>
            <a:r>
              <a:rPr sz="1125" b="0">
                <a:solidFill>
                  <a:srgbClr val="64677C"/>
                </a:solidFill>
                <a:latin typeface="Segoe UI"/>
                <a:ea typeface="Segoe UI"/>
                <a:cs typeface="Segoe UI"/>
              </a:rPr>
              <a:t>Configure timezone and recurrence</a:t>
            </a:r>
          </a:p>
        </p:txBody>
      </p:sp>
      <p:sp>
        <p:nvSpPr>
          <p:cNvPr id="27" name="">
            <a:extLst xmlns:a="http://schemas.openxmlformats.org/drawingml/2006/main">
              <a:ext uri="{FF2B5EF4-FFF2-40B4-BE49-F238E27FC236}">
                <a16:creationId xmlns:a16="http://schemas.microsoft.com/office/drawing/2014/main" id="{28A93FAB-430A-4E78-976A-0FEE0C2B3A98}"/>
              </a:ext>
            </a:extLst>
          </p:cNvPr>
          <p:cNvSpPr>
            <a:spLocks xmlns:a="http://schemas.openxmlformats.org/drawingml/2006/main" noGrp="1"/>
          </p:cNvSpPr>
          <p:nvPr/>
        </p:nvSpPr>
        <p:spPr>
          <a:xfrm xmlns:a="http://schemas.openxmlformats.org/drawingml/2006/main">
            <a:off x="762000" y="4429125"/>
            <a:ext cx="10477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120611B-8803-4337-B276-59E3711FF582}"/>
              </a:ext>
            </a:extLst>
          </p:cNvPr>
          <p:cNvSpPr>
            <a:spLocks xmlns:a="http://schemas.openxmlformats.org/drawingml/2006/main" noGrp="1"/>
          </p:cNvSpPr>
          <p:nvPr/>
        </p:nvSpPr>
        <p:spPr>
          <a:xfrm xmlns:a="http://schemas.openxmlformats.org/drawingml/2006/main">
            <a:off x="762000" y="45815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71827"/>
                </a:solidFill>
                <a:latin typeface="Segoe UI"/>
                <a:ea typeface="Segoe UI"/>
                <a:cs typeface="Segoe UI"/>
              </a:defRPr>
            </a:defPPr>
            <a:lvl1pPr algn="l">
              <a:defRPr sz="1275" b="1">
                <a:solidFill>
                  <a:srgbClr val="171827"/>
                </a:solidFill>
                <a:latin typeface="Segoe UI"/>
                <a:ea typeface="Segoe UI"/>
                <a:cs typeface="Segoe UI"/>
              </a:defRPr>
            </a:lvl1pPr>
            <a:lvl2pPr algn="l">
              <a:defRPr sz="1275" b="1">
                <a:solidFill>
                  <a:srgbClr val="171827"/>
                </a:solidFill>
                <a:latin typeface="Segoe UI"/>
                <a:ea typeface="Segoe UI"/>
                <a:cs typeface="Segoe UI"/>
              </a:defRPr>
            </a:lvl2pPr>
            <a:lvl3pPr algn="l">
              <a:defRPr sz="1275" b="1">
                <a:solidFill>
                  <a:srgbClr val="171827"/>
                </a:solidFill>
                <a:latin typeface="Segoe UI"/>
                <a:ea typeface="Segoe UI"/>
                <a:cs typeface="Segoe UI"/>
              </a:defRPr>
            </a:lvl3pPr>
            <a:lvl4pPr algn="l">
              <a:defRPr sz="1275" b="1">
                <a:solidFill>
                  <a:srgbClr val="171827"/>
                </a:solidFill>
                <a:latin typeface="Segoe UI"/>
                <a:ea typeface="Segoe UI"/>
                <a:cs typeface="Segoe UI"/>
              </a:defRPr>
            </a:lvl4pPr>
            <a:lvl5pPr algn="l">
              <a:defRPr sz="1275" b="1">
                <a:solidFill>
                  <a:srgbClr val="171827"/>
                </a:solidFill>
                <a:latin typeface="Segoe UI"/>
                <a:ea typeface="Segoe UI"/>
                <a:cs typeface="Segoe UI"/>
              </a:defRPr>
            </a:lvl5pPr>
            <a:lvl6pPr algn="l">
              <a:defRPr sz="1275" b="1">
                <a:solidFill>
                  <a:srgbClr val="171827"/>
                </a:solidFill>
                <a:latin typeface="Segoe UI"/>
                <a:ea typeface="Segoe UI"/>
                <a:cs typeface="Segoe UI"/>
              </a:defRPr>
            </a:lvl6pPr>
            <a:lvl7pPr algn="l">
              <a:defRPr sz="1275" b="1">
                <a:solidFill>
                  <a:srgbClr val="171827"/>
                </a:solidFill>
                <a:latin typeface="Segoe UI"/>
                <a:ea typeface="Segoe UI"/>
                <a:cs typeface="Segoe UI"/>
              </a:defRPr>
            </a:lvl7pPr>
            <a:lvl8pPr algn="l">
              <a:defRPr sz="1275" b="1">
                <a:solidFill>
                  <a:srgbClr val="171827"/>
                </a:solidFill>
                <a:latin typeface="Segoe UI"/>
                <a:ea typeface="Segoe UI"/>
                <a:cs typeface="Segoe UI"/>
              </a:defRPr>
            </a:lvl8pPr>
            <a:lvl9pPr algn="l">
              <a:defRPr sz="1275" b="1">
                <a:solidFill>
                  <a:srgbClr val="171827"/>
                </a:solidFill>
                <a:latin typeface="Segoe UI"/>
                <a:ea typeface="Segoe UI"/>
                <a:cs typeface="Segoe UI"/>
              </a:defRPr>
            </a:lvl9pPr>
          </a:lstStyle>
          <a:p xmlns:a="http://schemas.openxmlformats.org/drawingml/2006/main">
            <a:pPr algn="l">
              <a:defRPr sz="1275" b="1">
                <a:solidFill>
                  <a:srgbClr val="171827"/>
                </a:solidFill>
                <a:latin typeface="Segoe UI"/>
                <a:ea typeface="Segoe UI"/>
                <a:cs typeface="Segoe UI"/>
              </a:defRPr>
            </a:pPr>
            <a:r>
              <a:rPr sz="1275" b="1">
                <a:solidFill>
                  <a:srgbClr val="171827"/>
                </a:solidFill>
                <a:latin typeface="Segoe UI"/>
                <a:ea typeface="Segoe UI"/>
                <a:cs typeface="Segoe UI"/>
              </a:rPr>
              <a:t>Run details</a:t>
            </a:r>
          </a:p>
        </p:txBody>
      </p:sp>
      <p:sp>
        <p:nvSpPr>
          <p:cNvPr id="29" name="">
            <a:extLst xmlns:a="http://schemas.openxmlformats.org/drawingml/2006/main">
              <a:ext uri="{FF2B5EF4-FFF2-40B4-BE49-F238E27FC236}">
                <a16:creationId xmlns:a16="http://schemas.microsoft.com/office/drawing/2014/main" id="{095D0454-3B18-4999-BF9A-8CB15091ADCF}"/>
              </a:ext>
            </a:extLst>
          </p:cNvPr>
          <p:cNvSpPr>
            <a:spLocks xmlns:a="http://schemas.openxmlformats.org/drawingml/2006/main" noGrp="1"/>
          </p:cNvSpPr>
          <p:nvPr/>
        </p:nvSpPr>
        <p:spPr>
          <a:xfrm xmlns:a="http://schemas.openxmlformats.org/drawingml/2006/main">
            <a:off x="3429000" y="458152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55DEB"/>
                </a:solidFill>
                <a:latin typeface="Segoe UI"/>
                <a:ea typeface="Segoe UI"/>
                <a:cs typeface="Segoe UI"/>
              </a:defRPr>
            </a:defPPr>
            <a:lvl1pPr algn="l">
              <a:defRPr sz="1125" b="1">
                <a:solidFill>
                  <a:srgbClr val="655DEB"/>
                </a:solidFill>
                <a:latin typeface="Segoe UI"/>
                <a:ea typeface="Segoe UI"/>
                <a:cs typeface="Segoe UI"/>
              </a:defRPr>
            </a:lvl1pPr>
            <a:lvl2pPr algn="l">
              <a:defRPr sz="1125" b="1">
                <a:solidFill>
                  <a:srgbClr val="655DEB"/>
                </a:solidFill>
                <a:latin typeface="Segoe UI"/>
                <a:ea typeface="Segoe UI"/>
                <a:cs typeface="Segoe UI"/>
              </a:defRPr>
            </a:lvl2pPr>
            <a:lvl3pPr algn="l">
              <a:defRPr sz="1125" b="1">
                <a:solidFill>
                  <a:srgbClr val="655DEB"/>
                </a:solidFill>
                <a:latin typeface="Segoe UI"/>
                <a:ea typeface="Segoe UI"/>
                <a:cs typeface="Segoe UI"/>
              </a:defRPr>
            </a:lvl3pPr>
            <a:lvl4pPr algn="l">
              <a:defRPr sz="1125" b="1">
                <a:solidFill>
                  <a:srgbClr val="655DEB"/>
                </a:solidFill>
                <a:latin typeface="Segoe UI"/>
                <a:ea typeface="Segoe UI"/>
                <a:cs typeface="Segoe UI"/>
              </a:defRPr>
            </a:lvl4pPr>
            <a:lvl5pPr algn="l">
              <a:defRPr sz="1125" b="1">
                <a:solidFill>
                  <a:srgbClr val="655DEB"/>
                </a:solidFill>
                <a:latin typeface="Segoe UI"/>
                <a:ea typeface="Segoe UI"/>
                <a:cs typeface="Segoe UI"/>
              </a:defRPr>
            </a:lvl5pPr>
            <a:lvl6pPr algn="l">
              <a:defRPr sz="1125" b="1">
                <a:solidFill>
                  <a:srgbClr val="655DEB"/>
                </a:solidFill>
                <a:latin typeface="Segoe UI"/>
                <a:ea typeface="Segoe UI"/>
                <a:cs typeface="Segoe UI"/>
              </a:defRPr>
            </a:lvl6pPr>
            <a:lvl7pPr algn="l">
              <a:defRPr sz="1125" b="1">
                <a:solidFill>
                  <a:srgbClr val="655DEB"/>
                </a:solidFill>
                <a:latin typeface="Segoe UI"/>
                <a:ea typeface="Segoe UI"/>
                <a:cs typeface="Segoe UI"/>
              </a:defRPr>
            </a:lvl7pPr>
            <a:lvl8pPr algn="l">
              <a:defRPr sz="1125" b="1">
                <a:solidFill>
                  <a:srgbClr val="655DEB"/>
                </a:solidFill>
                <a:latin typeface="Segoe UI"/>
                <a:ea typeface="Segoe UI"/>
                <a:cs typeface="Segoe UI"/>
              </a:defRPr>
            </a:lvl8pPr>
            <a:lvl9pPr algn="l">
              <a:defRPr sz="1125" b="1">
                <a:solidFill>
                  <a:srgbClr val="655DEB"/>
                </a:solidFill>
                <a:latin typeface="Segoe UI"/>
                <a:ea typeface="Segoe UI"/>
                <a:cs typeface="Segoe UI"/>
              </a:defRPr>
            </a:lvl9pPr>
          </a:lstStyle>
          <a:p xmlns:a="http://schemas.openxmlformats.org/drawingml/2006/main">
            <a:pPr algn="l">
              <a:defRPr sz="1125" b="1">
                <a:solidFill>
                  <a:srgbClr val="655DEB"/>
                </a:solidFill>
                <a:latin typeface="Segoe UI"/>
                <a:ea typeface="Segoe UI"/>
                <a:cs typeface="Segoe UI"/>
              </a:defRPr>
            </a:pPr>
            <a:r>
              <a:rPr sz="1125" b="1">
                <a:solidFill>
                  <a:srgbClr val="655DEB"/>
                </a:solidFill>
                <a:latin typeface="Segoe UI"/>
                <a:ea typeface="Segoe UI"/>
                <a:cs typeface="Segoe UI"/>
              </a:rPr>
              <a:t>/automation-runs/{runId}</a:t>
            </a:r>
          </a:p>
        </p:txBody>
      </p:sp>
      <p:sp>
        <p:nvSpPr>
          <p:cNvPr id="30" name="">
            <a:extLst xmlns:a="http://schemas.openxmlformats.org/drawingml/2006/main">
              <a:ext uri="{FF2B5EF4-FFF2-40B4-BE49-F238E27FC236}">
                <a16:creationId xmlns:a16="http://schemas.microsoft.com/office/drawing/2014/main" id="{0873E896-3B1F-4547-9282-A95B82916E31}"/>
              </a:ext>
            </a:extLst>
          </p:cNvPr>
          <p:cNvSpPr>
            <a:spLocks xmlns:a="http://schemas.openxmlformats.org/drawingml/2006/main" noGrp="1"/>
          </p:cNvSpPr>
          <p:nvPr/>
        </p:nvSpPr>
        <p:spPr>
          <a:xfrm xmlns:a="http://schemas.openxmlformats.org/drawingml/2006/main">
            <a:off x="7334250" y="4581525"/>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4677C"/>
                </a:solidFill>
                <a:latin typeface="Segoe UI"/>
                <a:ea typeface="Segoe UI"/>
                <a:cs typeface="Segoe UI"/>
              </a:defRPr>
            </a:defPPr>
            <a:lvl1pPr algn="l">
              <a:defRPr sz="1125" b="0">
                <a:solidFill>
                  <a:srgbClr val="64677C"/>
                </a:solidFill>
                <a:latin typeface="Segoe UI"/>
                <a:ea typeface="Segoe UI"/>
                <a:cs typeface="Segoe UI"/>
              </a:defRPr>
            </a:lvl1pPr>
            <a:lvl2pPr algn="l">
              <a:defRPr sz="1125" b="0">
                <a:solidFill>
                  <a:srgbClr val="64677C"/>
                </a:solidFill>
                <a:latin typeface="Segoe UI"/>
                <a:ea typeface="Segoe UI"/>
                <a:cs typeface="Segoe UI"/>
              </a:defRPr>
            </a:lvl2pPr>
            <a:lvl3pPr algn="l">
              <a:defRPr sz="1125" b="0">
                <a:solidFill>
                  <a:srgbClr val="64677C"/>
                </a:solidFill>
                <a:latin typeface="Segoe UI"/>
                <a:ea typeface="Segoe UI"/>
                <a:cs typeface="Segoe UI"/>
              </a:defRPr>
            </a:lvl3pPr>
            <a:lvl4pPr algn="l">
              <a:defRPr sz="1125" b="0">
                <a:solidFill>
                  <a:srgbClr val="64677C"/>
                </a:solidFill>
                <a:latin typeface="Segoe UI"/>
                <a:ea typeface="Segoe UI"/>
                <a:cs typeface="Segoe UI"/>
              </a:defRPr>
            </a:lvl4pPr>
            <a:lvl5pPr algn="l">
              <a:defRPr sz="1125" b="0">
                <a:solidFill>
                  <a:srgbClr val="64677C"/>
                </a:solidFill>
                <a:latin typeface="Segoe UI"/>
                <a:ea typeface="Segoe UI"/>
                <a:cs typeface="Segoe UI"/>
              </a:defRPr>
            </a:lvl5pPr>
            <a:lvl6pPr algn="l">
              <a:defRPr sz="1125" b="0">
                <a:solidFill>
                  <a:srgbClr val="64677C"/>
                </a:solidFill>
                <a:latin typeface="Segoe UI"/>
                <a:ea typeface="Segoe UI"/>
                <a:cs typeface="Segoe UI"/>
              </a:defRPr>
            </a:lvl6pPr>
            <a:lvl7pPr algn="l">
              <a:defRPr sz="1125" b="0">
                <a:solidFill>
                  <a:srgbClr val="64677C"/>
                </a:solidFill>
                <a:latin typeface="Segoe UI"/>
                <a:ea typeface="Segoe UI"/>
                <a:cs typeface="Segoe UI"/>
              </a:defRPr>
            </a:lvl7pPr>
            <a:lvl8pPr algn="l">
              <a:defRPr sz="1125" b="0">
                <a:solidFill>
                  <a:srgbClr val="64677C"/>
                </a:solidFill>
                <a:latin typeface="Segoe UI"/>
                <a:ea typeface="Segoe UI"/>
                <a:cs typeface="Segoe UI"/>
              </a:defRPr>
            </a:lvl8pPr>
            <a:lvl9pPr algn="l">
              <a:defRPr sz="1125" b="0">
                <a:solidFill>
                  <a:srgbClr val="64677C"/>
                </a:solidFill>
                <a:latin typeface="Segoe UI"/>
                <a:ea typeface="Segoe UI"/>
                <a:cs typeface="Segoe UI"/>
              </a:defRPr>
            </a:lvl9pPr>
          </a:lstStyle>
          <a:p xmlns:a="http://schemas.openxmlformats.org/drawingml/2006/main">
            <a:pPr algn="l">
              <a:defRPr sz="1125" b="0">
                <a:solidFill>
                  <a:srgbClr val="64677C"/>
                </a:solidFill>
                <a:latin typeface="Segoe UI"/>
                <a:ea typeface="Segoe UI"/>
                <a:cs typeface="Segoe UI"/>
              </a:defRPr>
            </a:pPr>
            <a:r>
              <a:rPr sz="1125" b="0">
                <a:solidFill>
                  <a:srgbClr val="64677C"/>
                </a:solidFill>
                <a:latin typeface="Segoe UI"/>
                <a:ea typeface="Segoe UI"/>
                <a:cs typeface="Segoe UI"/>
              </a:rPr>
              <a:t>Inspect attempts; retry/replay eligible failures</a:t>
            </a:r>
          </a:p>
        </p:txBody>
      </p:sp>
      <p:sp>
        <p:nvSpPr>
          <p:cNvPr id="31" name="">
            <a:extLst xmlns:a="http://schemas.openxmlformats.org/drawingml/2006/main">
              <a:ext uri="{FF2B5EF4-FFF2-40B4-BE49-F238E27FC236}">
                <a16:creationId xmlns:a16="http://schemas.microsoft.com/office/drawing/2014/main" id="{F3019D83-147D-4CF4-9834-75A00E654250}"/>
              </a:ext>
            </a:extLst>
          </p:cNvPr>
          <p:cNvSpPr>
            <a:spLocks xmlns:a="http://schemas.openxmlformats.org/drawingml/2006/main" noGrp="1"/>
          </p:cNvSpPr>
          <p:nvPr/>
        </p:nvSpPr>
        <p:spPr>
          <a:xfrm xmlns:a="http://schemas.openxmlformats.org/drawingml/2006/main">
            <a:off x="762000" y="5010150"/>
            <a:ext cx="10477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8DDD374-C10D-4A74-8CF2-E0233E3D85CA}"/>
              </a:ext>
            </a:extLst>
          </p:cNvPr>
          <p:cNvSpPr>
            <a:spLocks xmlns:a="http://schemas.openxmlformats.org/drawingml/2006/main" noGrp="1"/>
          </p:cNvSpPr>
          <p:nvPr/>
        </p:nvSpPr>
        <p:spPr>
          <a:xfrm xmlns:a="http://schemas.openxmlformats.org/drawingml/2006/main">
            <a:off x="762000" y="51625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71827"/>
                </a:solidFill>
                <a:latin typeface="Segoe UI"/>
                <a:ea typeface="Segoe UI"/>
                <a:cs typeface="Segoe UI"/>
              </a:defRPr>
            </a:defPPr>
            <a:lvl1pPr algn="l">
              <a:defRPr sz="1275" b="1">
                <a:solidFill>
                  <a:srgbClr val="171827"/>
                </a:solidFill>
                <a:latin typeface="Segoe UI"/>
                <a:ea typeface="Segoe UI"/>
                <a:cs typeface="Segoe UI"/>
              </a:defRPr>
            </a:lvl1pPr>
            <a:lvl2pPr algn="l">
              <a:defRPr sz="1275" b="1">
                <a:solidFill>
                  <a:srgbClr val="171827"/>
                </a:solidFill>
                <a:latin typeface="Segoe UI"/>
                <a:ea typeface="Segoe UI"/>
                <a:cs typeface="Segoe UI"/>
              </a:defRPr>
            </a:lvl2pPr>
            <a:lvl3pPr algn="l">
              <a:defRPr sz="1275" b="1">
                <a:solidFill>
                  <a:srgbClr val="171827"/>
                </a:solidFill>
                <a:latin typeface="Segoe UI"/>
                <a:ea typeface="Segoe UI"/>
                <a:cs typeface="Segoe UI"/>
              </a:defRPr>
            </a:lvl3pPr>
            <a:lvl4pPr algn="l">
              <a:defRPr sz="1275" b="1">
                <a:solidFill>
                  <a:srgbClr val="171827"/>
                </a:solidFill>
                <a:latin typeface="Segoe UI"/>
                <a:ea typeface="Segoe UI"/>
                <a:cs typeface="Segoe UI"/>
              </a:defRPr>
            </a:lvl4pPr>
            <a:lvl5pPr algn="l">
              <a:defRPr sz="1275" b="1">
                <a:solidFill>
                  <a:srgbClr val="171827"/>
                </a:solidFill>
                <a:latin typeface="Segoe UI"/>
                <a:ea typeface="Segoe UI"/>
                <a:cs typeface="Segoe UI"/>
              </a:defRPr>
            </a:lvl5pPr>
            <a:lvl6pPr algn="l">
              <a:defRPr sz="1275" b="1">
                <a:solidFill>
                  <a:srgbClr val="171827"/>
                </a:solidFill>
                <a:latin typeface="Segoe UI"/>
                <a:ea typeface="Segoe UI"/>
                <a:cs typeface="Segoe UI"/>
              </a:defRPr>
            </a:lvl6pPr>
            <a:lvl7pPr algn="l">
              <a:defRPr sz="1275" b="1">
                <a:solidFill>
                  <a:srgbClr val="171827"/>
                </a:solidFill>
                <a:latin typeface="Segoe UI"/>
                <a:ea typeface="Segoe UI"/>
                <a:cs typeface="Segoe UI"/>
              </a:defRPr>
            </a:lvl7pPr>
            <a:lvl8pPr algn="l">
              <a:defRPr sz="1275" b="1">
                <a:solidFill>
                  <a:srgbClr val="171827"/>
                </a:solidFill>
                <a:latin typeface="Segoe UI"/>
                <a:ea typeface="Segoe UI"/>
                <a:cs typeface="Segoe UI"/>
              </a:defRPr>
            </a:lvl8pPr>
            <a:lvl9pPr algn="l">
              <a:defRPr sz="1275" b="1">
                <a:solidFill>
                  <a:srgbClr val="171827"/>
                </a:solidFill>
                <a:latin typeface="Segoe UI"/>
                <a:ea typeface="Segoe UI"/>
                <a:cs typeface="Segoe UI"/>
              </a:defRPr>
            </a:lvl9pPr>
          </a:lstStyle>
          <a:p xmlns:a="http://schemas.openxmlformats.org/drawingml/2006/main">
            <a:pPr algn="l">
              <a:defRPr sz="1275" b="1">
                <a:solidFill>
                  <a:srgbClr val="171827"/>
                </a:solidFill>
                <a:latin typeface="Segoe UI"/>
                <a:ea typeface="Segoe UI"/>
                <a:cs typeface="Segoe UI"/>
              </a:defRPr>
            </a:pPr>
            <a:r>
              <a:rPr sz="1275" b="1">
                <a:solidFill>
                  <a:srgbClr val="171827"/>
                </a:solidFill>
                <a:latin typeface="Segoe UI"/>
                <a:ea typeface="Segoe UI"/>
                <a:cs typeface="Segoe UI"/>
              </a:rPr>
              <a:t>Schedules &amp; operations</a:t>
            </a:r>
          </a:p>
        </p:txBody>
      </p:sp>
      <p:sp>
        <p:nvSpPr>
          <p:cNvPr id="33" name="">
            <a:extLst xmlns:a="http://schemas.openxmlformats.org/drawingml/2006/main">
              <a:ext uri="{FF2B5EF4-FFF2-40B4-BE49-F238E27FC236}">
                <a16:creationId xmlns:a16="http://schemas.microsoft.com/office/drawing/2014/main" id="{C7D01BB3-F355-4F34-90C6-91E2F4375731}"/>
              </a:ext>
            </a:extLst>
          </p:cNvPr>
          <p:cNvSpPr>
            <a:spLocks xmlns:a="http://schemas.openxmlformats.org/drawingml/2006/main" noGrp="1"/>
          </p:cNvSpPr>
          <p:nvPr/>
        </p:nvSpPr>
        <p:spPr>
          <a:xfrm xmlns:a="http://schemas.openxmlformats.org/drawingml/2006/main">
            <a:off x="3429000" y="51625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55DEB"/>
                </a:solidFill>
                <a:latin typeface="Segoe UI"/>
                <a:ea typeface="Segoe UI"/>
                <a:cs typeface="Segoe UI"/>
              </a:defRPr>
            </a:defPPr>
            <a:lvl1pPr algn="l">
              <a:defRPr sz="1125" b="1">
                <a:solidFill>
                  <a:srgbClr val="655DEB"/>
                </a:solidFill>
                <a:latin typeface="Segoe UI"/>
                <a:ea typeface="Segoe UI"/>
                <a:cs typeface="Segoe UI"/>
              </a:defRPr>
            </a:lvl1pPr>
            <a:lvl2pPr algn="l">
              <a:defRPr sz="1125" b="1">
                <a:solidFill>
                  <a:srgbClr val="655DEB"/>
                </a:solidFill>
                <a:latin typeface="Segoe UI"/>
                <a:ea typeface="Segoe UI"/>
                <a:cs typeface="Segoe UI"/>
              </a:defRPr>
            </a:lvl2pPr>
            <a:lvl3pPr algn="l">
              <a:defRPr sz="1125" b="1">
                <a:solidFill>
                  <a:srgbClr val="655DEB"/>
                </a:solidFill>
                <a:latin typeface="Segoe UI"/>
                <a:ea typeface="Segoe UI"/>
                <a:cs typeface="Segoe UI"/>
              </a:defRPr>
            </a:lvl3pPr>
            <a:lvl4pPr algn="l">
              <a:defRPr sz="1125" b="1">
                <a:solidFill>
                  <a:srgbClr val="655DEB"/>
                </a:solidFill>
                <a:latin typeface="Segoe UI"/>
                <a:ea typeface="Segoe UI"/>
                <a:cs typeface="Segoe UI"/>
              </a:defRPr>
            </a:lvl4pPr>
            <a:lvl5pPr algn="l">
              <a:defRPr sz="1125" b="1">
                <a:solidFill>
                  <a:srgbClr val="655DEB"/>
                </a:solidFill>
                <a:latin typeface="Segoe UI"/>
                <a:ea typeface="Segoe UI"/>
                <a:cs typeface="Segoe UI"/>
              </a:defRPr>
            </a:lvl5pPr>
            <a:lvl6pPr algn="l">
              <a:defRPr sz="1125" b="1">
                <a:solidFill>
                  <a:srgbClr val="655DEB"/>
                </a:solidFill>
                <a:latin typeface="Segoe UI"/>
                <a:ea typeface="Segoe UI"/>
                <a:cs typeface="Segoe UI"/>
              </a:defRPr>
            </a:lvl6pPr>
            <a:lvl7pPr algn="l">
              <a:defRPr sz="1125" b="1">
                <a:solidFill>
                  <a:srgbClr val="655DEB"/>
                </a:solidFill>
                <a:latin typeface="Segoe UI"/>
                <a:ea typeface="Segoe UI"/>
                <a:cs typeface="Segoe UI"/>
              </a:defRPr>
            </a:lvl7pPr>
            <a:lvl8pPr algn="l">
              <a:defRPr sz="1125" b="1">
                <a:solidFill>
                  <a:srgbClr val="655DEB"/>
                </a:solidFill>
                <a:latin typeface="Segoe UI"/>
                <a:ea typeface="Segoe UI"/>
                <a:cs typeface="Segoe UI"/>
              </a:defRPr>
            </a:lvl8pPr>
            <a:lvl9pPr algn="l">
              <a:defRPr sz="1125" b="1">
                <a:solidFill>
                  <a:srgbClr val="655DEB"/>
                </a:solidFill>
                <a:latin typeface="Segoe UI"/>
                <a:ea typeface="Segoe UI"/>
                <a:cs typeface="Segoe UI"/>
              </a:defRPr>
            </a:lvl9pPr>
          </a:lstStyle>
          <a:p xmlns:a="http://schemas.openxmlformats.org/drawingml/2006/main">
            <a:pPr algn="l">
              <a:defRPr sz="1125" b="1">
                <a:solidFill>
                  <a:srgbClr val="655DEB"/>
                </a:solidFill>
                <a:latin typeface="Segoe UI"/>
                <a:ea typeface="Segoe UI"/>
                <a:cs typeface="Segoe UI"/>
              </a:defRPr>
            </a:pPr>
            <a:r>
              <a:rPr sz="1125" b="1">
                <a:solidFill>
                  <a:srgbClr val="655DEB"/>
                </a:solidFill>
                <a:latin typeface="Segoe UI"/>
                <a:ea typeface="Segoe UI"/>
                <a:cs typeface="Segoe UI"/>
              </a:rPr>
              <a:t>/schedules · /automation-ops</a:t>
            </a:r>
          </a:p>
        </p:txBody>
      </p:sp>
      <p:sp>
        <p:nvSpPr>
          <p:cNvPr id="34" name="">
            <a:extLst xmlns:a="http://schemas.openxmlformats.org/drawingml/2006/main">
              <a:ext uri="{FF2B5EF4-FFF2-40B4-BE49-F238E27FC236}">
                <a16:creationId xmlns:a16="http://schemas.microsoft.com/office/drawing/2014/main" id="{8BACD473-126A-4EA3-9EAF-40B9300906B4}"/>
              </a:ext>
            </a:extLst>
          </p:cNvPr>
          <p:cNvSpPr>
            <a:spLocks xmlns:a="http://schemas.openxmlformats.org/drawingml/2006/main" noGrp="1"/>
          </p:cNvSpPr>
          <p:nvPr/>
        </p:nvSpPr>
        <p:spPr>
          <a:xfrm xmlns:a="http://schemas.openxmlformats.org/drawingml/2006/main">
            <a:off x="7334250" y="51625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4677C"/>
                </a:solidFill>
                <a:latin typeface="Segoe UI"/>
                <a:ea typeface="Segoe UI"/>
                <a:cs typeface="Segoe UI"/>
              </a:defRPr>
            </a:defPPr>
            <a:lvl1pPr algn="l">
              <a:defRPr sz="1125" b="0">
                <a:solidFill>
                  <a:srgbClr val="64677C"/>
                </a:solidFill>
                <a:latin typeface="Segoe UI"/>
                <a:ea typeface="Segoe UI"/>
                <a:cs typeface="Segoe UI"/>
              </a:defRPr>
            </a:lvl1pPr>
            <a:lvl2pPr algn="l">
              <a:defRPr sz="1125" b="0">
                <a:solidFill>
                  <a:srgbClr val="64677C"/>
                </a:solidFill>
                <a:latin typeface="Segoe UI"/>
                <a:ea typeface="Segoe UI"/>
                <a:cs typeface="Segoe UI"/>
              </a:defRPr>
            </a:lvl2pPr>
            <a:lvl3pPr algn="l">
              <a:defRPr sz="1125" b="0">
                <a:solidFill>
                  <a:srgbClr val="64677C"/>
                </a:solidFill>
                <a:latin typeface="Segoe UI"/>
                <a:ea typeface="Segoe UI"/>
                <a:cs typeface="Segoe UI"/>
              </a:defRPr>
            </a:lvl3pPr>
            <a:lvl4pPr algn="l">
              <a:defRPr sz="1125" b="0">
                <a:solidFill>
                  <a:srgbClr val="64677C"/>
                </a:solidFill>
                <a:latin typeface="Segoe UI"/>
                <a:ea typeface="Segoe UI"/>
                <a:cs typeface="Segoe UI"/>
              </a:defRPr>
            </a:lvl4pPr>
            <a:lvl5pPr algn="l">
              <a:defRPr sz="1125" b="0">
                <a:solidFill>
                  <a:srgbClr val="64677C"/>
                </a:solidFill>
                <a:latin typeface="Segoe UI"/>
                <a:ea typeface="Segoe UI"/>
                <a:cs typeface="Segoe UI"/>
              </a:defRPr>
            </a:lvl5pPr>
            <a:lvl6pPr algn="l">
              <a:defRPr sz="1125" b="0">
                <a:solidFill>
                  <a:srgbClr val="64677C"/>
                </a:solidFill>
                <a:latin typeface="Segoe UI"/>
                <a:ea typeface="Segoe UI"/>
                <a:cs typeface="Segoe UI"/>
              </a:defRPr>
            </a:lvl6pPr>
            <a:lvl7pPr algn="l">
              <a:defRPr sz="1125" b="0">
                <a:solidFill>
                  <a:srgbClr val="64677C"/>
                </a:solidFill>
                <a:latin typeface="Segoe UI"/>
                <a:ea typeface="Segoe UI"/>
                <a:cs typeface="Segoe UI"/>
              </a:defRPr>
            </a:lvl7pPr>
            <a:lvl8pPr algn="l">
              <a:defRPr sz="1125" b="0">
                <a:solidFill>
                  <a:srgbClr val="64677C"/>
                </a:solidFill>
                <a:latin typeface="Segoe UI"/>
                <a:ea typeface="Segoe UI"/>
                <a:cs typeface="Segoe UI"/>
              </a:defRPr>
            </a:lvl8pPr>
            <a:lvl9pPr algn="l">
              <a:defRPr sz="1125" b="0">
                <a:solidFill>
                  <a:srgbClr val="64677C"/>
                </a:solidFill>
                <a:latin typeface="Segoe UI"/>
                <a:ea typeface="Segoe UI"/>
                <a:cs typeface="Segoe UI"/>
              </a:defRPr>
            </a:lvl9pPr>
          </a:lstStyle>
          <a:p xmlns:a="http://schemas.openxmlformats.org/drawingml/2006/main">
            <a:pPr algn="l">
              <a:defRPr sz="1125" b="0">
                <a:solidFill>
                  <a:srgbClr val="64677C"/>
                </a:solidFill>
                <a:latin typeface="Segoe UI"/>
                <a:ea typeface="Segoe UI"/>
                <a:cs typeface="Segoe UI"/>
              </a:defRPr>
            </a:pPr>
            <a:r>
              <a:rPr sz="1125" b="0">
                <a:solidFill>
                  <a:srgbClr val="64677C"/>
                </a:solidFill>
                <a:latin typeface="Segoe UI"/>
                <a:ea typeface="Segoe UI"/>
                <a:cs typeface="Segoe UI"/>
              </a:rPr>
              <a:t>Inspect occurrences and operational signals</a:t>
            </a:r>
          </a:p>
        </p:txBody>
      </p:sp>
    </p:spTree>
    <p:extLst>
      <p:ext uri="{BB962C8B-B14F-4D97-AF65-F5344CB8AC3E}">
        <p14:creationId xmlns:p14="http://schemas.microsoft.com/office/powerpoint/2010/main" val="571032516"/>
      </p:ext>
    </p:extLst>
  </p:cSld>
</p:sld>
</file>

<file path=ppt/slides/slide5.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FC5A54E-DD00-40BB-B60F-7B896A390A1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29E67D-DE3F-4168-9B20-FDE8BF48E8C4}"/>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MANUAL TEST SETUP</a:t>
            </a:r>
          </a:p>
        </p:txBody>
      </p:sp>
      <p:sp>
        <p:nvSpPr>
          <p:cNvPr id="3" name="">
            <a:extLst xmlns:a="http://schemas.openxmlformats.org/drawingml/2006/main">
              <a:ext uri="{FF2B5EF4-FFF2-40B4-BE49-F238E27FC236}">
                <a16:creationId xmlns:a16="http://schemas.microsoft.com/office/drawing/2014/main" id="{F3BA71FB-C5A0-456E-BE1C-5069CEFCC05B}"/>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Use one running demo stack</a:t>
            </a:r>
          </a:p>
        </p:txBody>
      </p:sp>
      <p:sp>
        <p:nvSpPr>
          <p:cNvPr id="4" name="">
            <a:extLst xmlns:a="http://schemas.openxmlformats.org/drawingml/2006/main">
              <a:ext uri="{FF2B5EF4-FFF2-40B4-BE49-F238E27FC236}">
                <a16:creationId xmlns:a16="http://schemas.microsoft.com/office/drawing/2014/main" id="{CE3F01C4-AE1B-41BE-AED3-C368B1F26B37}"/>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Keep the demo terminal open so the web app and token stay tied to the same API process.</a:t>
            </a:r>
          </a:p>
        </p:txBody>
      </p:sp>
      <p:sp>
        <p:nvSpPr>
          <p:cNvPr id="5" name="">
            <a:extLst xmlns:a="http://schemas.openxmlformats.org/drawingml/2006/main">
              <a:ext uri="{FF2B5EF4-FFF2-40B4-BE49-F238E27FC236}">
                <a16:creationId xmlns:a16="http://schemas.microsoft.com/office/drawing/2014/main" id="{2C839116-2DCE-46C9-BD60-C39E86AFF010}"/>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811904A-8A9A-4673-B4C3-F922A0A77EB6}"/>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B73A1E00-18AF-4775-9C5A-A40FFC3D49D1}"/>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05</a:t>
            </a:r>
          </a:p>
        </p:txBody>
      </p:sp>
      <p:sp>
        <p:nvSpPr>
          <p:cNvPr id="8" name="">
            <a:extLst xmlns:a="http://schemas.openxmlformats.org/drawingml/2006/main">
              <a:ext uri="{FF2B5EF4-FFF2-40B4-BE49-F238E27FC236}">
                <a16:creationId xmlns:a16="http://schemas.microsoft.com/office/drawing/2014/main" id="{2E62DAC9-6070-45BA-8FA0-A40BB01DD4BF}"/>
              </a:ext>
            </a:extLst>
          </p:cNvPr>
          <p:cNvSpPr>
            <a:spLocks xmlns:a="http://schemas.openxmlformats.org/drawingml/2006/main" noGrp="1"/>
          </p:cNvSpPr>
          <p:nvPr/>
        </p:nvSpPr>
        <p:spPr>
          <a:xfrm xmlns:a="http://schemas.openxmlformats.org/drawingml/2006/main">
            <a:off x="762000" y="2009775"/>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677C"/>
                </a:solidFill>
                <a:latin typeface="Segoe UI"/>
                <a:ea typeface="Segoe UI"/>
                <a:cs typeface="Segoe UI"/>
              </a:defRPr>
            </a:defPPr>
            <a:lvl1pPr algn="l">
              <a:defRPr sz="900" b="1">
                <a:solidFill>
                  <a:srgbClr val="64677C"/>
                </a:solidFill>
                <a:latin typeface="Segoe UI"/>
                <a:ea typeface="Segoe UI"/>
                <a:cs typeface="Segoe UI"/>
              </a:defRPr>
            </a:lvl1pPr>
            <a:lvl2pPr algn="l">
              <a:defRPr sz="900" b="1">
                <a:solidFill>
                  <a:srgbClr val="64677C"/>
                </a:solidFill>
                <a:latin typeface="Segoe UI"/>
                <a:ea typeface="Segoe UI"/>
                <a:cs typeface="Segoe UI"/>
              </a:defRPr>
            </a:lvl2pPr>
            <a:lvl3pPr algn="l">
              <a:defRPr sz="900" b="1">
                <a:solidFill>
                  <a:srgbClr val="64677C"/>
                </a:solidFill>
                <a:latin typeface="Segoe UI"/>
                <a:ea typeface="Segoe UI"/>
                <a:cs typeface="Segoe UI"/>
              </a:defRPr>
            </a:lvl3pPr>
            <a:lvl4pPr algn="l">
              <a:defRPr sz="900" b="1">
                <a:solidFill>
                  <a:srgbClr val="64677C"/>
                </a:solidFill>
                <a:latin typeface="Segoe UI"/>
                <a:ea typeface="Segoe UI"/>
                <a:cs typeface="Segoe UI"/>
              </a:defRPr>
            </a:lvl4pPr>
            <a:lvl5pPr algn="l">
              <a:defRPr sz="900" b="1">
                <a:solidFill>
                  <a:srgbClr val="64677C"/>
                </a:solidFill>
                <a:latin typeface="Segoe UI"/>
                <a:ea typeface="Segoe UI"/>
                <a:cs typeface="Segoe UI"/>
              </a:defRPr>
            </a:lvl5pPr>
            <a:lvl6pPr algn="l">
              <a:defRPr sz="900" b="1">
                <a:solidFill>
                  <a:srgbClr val="64677C"/>
                </a:solidFill>
                <a:latin typeface="Segoe UI"/>
                <a:ea typeface="Segoe UI"/>
                <a:cs typeface="Segoe UI"/>
              </a:defRPr>
            </a:lvl6pPr>
            <a:lvl7pPr algn="l">
              <a:defRPr sz="900" b="1">
                <a:solidFill>
                  <a:srgbClr val="64677C"/>
                </a:solidFill>
                <a:latin typeface="Segoe UI"/>
                <a:ea typeface="Segoe UI"/>
                <a:cs typeface="Segoe UI"/>
              </a:defRPr>
            </a:lvl7pPr>
            <a:lvl8pPr algn="l">
              <a:defRPr sz="900" b="1">
                <a:solidFill>
                  <a:srgbClr val="64677C"/>
                </a:solidFill>
                <a:latin typeface="Segoe UI"/>
                <a:ea typeface="Segoe UI"/>
                <a:cs typeface="Segoe UI"/>
              </a:defRPr>
            </a:lvl8pPr>
            <a:lvl9pPr algn="l">
              <a:defRPr sz="900" b="1">
                <a:solidFill>
                  <a:srgbClr val="64677C"/>
                </a:solidFill>
                <a:latin typeface="Segoe UI"/>
                <a:ea typeface="Segoe UI"/>
                <a:cs typeface="Segoe UI"/>
              </a:defRPr>
            </a:lvl9pPr>
          </a:lstStyle>
          <a:p xmlns:a="http://schemas.openxmlformats.org/drawingml/2006/main">
            <a:pPr algn="l">
              <a:defRPr sz="900" b="1">
                <a:solidFill>
                  <a:srgbClr val="64677C"/>
                </a:solidFill>
                <a:latin typeface="Segoe UI"/>
                <a:ea typeface="Segoe UI"/>
                <a:cs typeface="Segoe UI"/>
              </a:defRPr>
            </a:pPr>
            <a:r>
              <a:rPr sz="900" b="1">
                <a:solidFill>
                  <a:srgbClr val="64677C"/>
                </a:solidFill>
                <a:latin typeface="Segoe UI"/>
                <a:ea typeface="Segoe UI"/>
                <a:cs typeface="Segoe UI"/>
              </a:rPr>
              <a:t>OPEN IN BROWSER</a:t>
            </a:r>
          </a:p>
        </p:txBody>
      </p:sp>
      <p:sp>
        <p:nvSpPr>
          <p:cNvPr id="9" name="">
            <a:extLst xmlns:a="http://schemas.openxmlformats.org/drawingml/2006/main">
              <a:ext uri="{FF2B5EF4-FFF2-40B4-BE49-F238E27FC236}">
                <a16:creationId xmlns:a16="http://schemas.microsoft.com/office/drawing/2014/main" id="{79E8BC29-089C-448D-A758-486D3B72FFC9}"/>
              </a:ext>
            </a:extLst>
          </p:cNvPr>
          <p:cNvSpPr>
            <a:spLocks xmlns:a="http://schemas.openxmlformats.org/drawingml/2006/main" noGrp="1"/>
          </p:cNvSpPr>
          <p:nvPr/>
        </p:nvSpPr>
        <p:spPr>
          <a:xfrm xmlns:a="http://schemas.openxmlformats.org/drawingml/2006/main">
            <a:off x="762000" y="2305050"/>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655DEB"/>
                </a:solidFill>
                <a:latin typeface="Segoe UI"/>
                <a:ea typeface="Segoe UI"/>
                <a:cs typeface="Segoe UI"/>
              </a:defRPr>
            </a:defPPr>
            <a:lvl1pPr algn="l">
              <a:defRPr sz="1875" b="1">
                <a:solidFill>
                  <a:srgbClr val="655DEB"/>
                </a:solidFill>
                <a:latin typeface="Segoe UI"/>
                <a:ea typeface="Segoe UI"/>
                <a:cs typeface="Segoe UI"/>
              </a:defRPr>
            </a:lvl1pPr>
            <a:lvl2pPr algn="l">
              <a:defRPr sz="1875" b="1">
                <a:solidFill>
                  <a:srgbClr val="655DEB"/>
                </a:solidFill>
                <a:latin typeface="Segoe UI"/>
                <a:ea typeface="Segoe UI"/>
                <a:cs typeface="Segoe UI"/>
              </a:defRPr>
            </a:lvl2pPr>
            <a:lvl3pPr algn="l">
              <a:defRPr sz="1875" b="1">
                <a:solidFill>
                  <a:srgbClr val="655DEB"/>
                </a:solidFill>
                <a:latin typeface="Segoe UI"/>
                <a:ea typeface="Segoe UI"/>
                <a:cs typeface="Segoe UI"/>
              </a:defRPr>
            </a:lvl3pPr>
            <a:lvl4pPr algn="l">
              <a:defRPr sz="1875" b="1">
                <a:solidFill>
                  <a:srgbClr val="655DEB"/>
                </a:solidFill>
                <a:latin typeface="Segoe UI"/>
                <a:ea typeface="Segoe UI"/>
                <a:cs typeface="Segoe UI"/>
              </a:defRPr>
            </a:lvl4pPr>
            <a:lvl5pPr algn="l">
              <a:defRPr sz="1875" b="1">
                <a:solidFill>
                  <a:srgbClr val="655DEB"/>
                </a:solidFill>
                <a:latin typeface="Segoe UI"/>
                <a:ea typeface="Segoe UI"/>
                <a:cs typeface="Segoe UI"/>
              </a:defRPr>
            </a:lvl5pPr>
            <a:lvl6pPr algn="l">
              <a:defRPr sz="1875" b="1">
                <a:solidFill>
                  <a:srgbClr val="655DEB"/>
                </a:solidFill>
                <a:latin typeface="Segoe UI"/>
                <a:ea typeface="Segoe UI"/>
                <a:cs typeface="Segoe UI"/>
              </a:defRPr>
            </a:lvl6pPr>
            <a:lvl7pPr algn="l">
              <a:defRPr sz="1875" b="1">
                <a:solidFill>
                  <a:srgbClr val="655DEB"/>
                </a:solidFill>
                <a:latin typeface="Segoe UI"/>
                <a:ea typeface="Segoe UI"/>
                <a:cs typeface="Segoe UI"/>
              </a:defRPr>
            </a:lvl7pPr>
            <a:lvl8pPr algn="l">
              <a:defRPr sz="1875" b="1">
                <a:solidFill>
                  <a:srgbClr val="655DEB"/>
                </a:solidFill>
                <a:latin typeface="Segoe UI"/>
                <a:ea typeface="Segoe UI"/>
                <a:cs typeface="Segoe UI"/>
              </a:defRPr>
            </a:lvl8pPr>
            <a:lvl9pPr algn="l">
              <a:defRPr sz="1875" b="1">
                <a:solidFill>
                  <a:srgbClr val="655DEB"/>
                </a:solidFill>
                <a:latin typeface="Segoe UI"/>
                <a:ea typeface="Segoe UI"/>
                <a:cs typeface="Segoe UI"/>
              </a:defRPr>
            </a:lvl9pPr>
          </a:lstStyle>
          <a:p xmlns:a="http://schemas.openxmlformats.org/drawingml/2006/main">
            <a:pPr algn="l">
              <a:defRPr sz="1875" b="1">
                <a:solidFill>
                  <a:srgbClr val="655DEB"/>
                </a:solidFill>
                <a:latin typeface="Segoe UI"/>
                <a:ea typeface="Segoe UI"/>
                <a:cs typeface="Segoe UI"/>
              </a:defRPr>
            </a:pPr>
            <a:r>
              <a:rPr sz="1875" b="1">
                <a:solidFill>
                  <a:srgbClr val="655DEB"/>
                </a:solidFill>
                <a:latin typeface="Segoe UI"/>
                <a:ea typeface="Segoe UI"/>
                <a:cs typeface="Segoe UI"/>
              </a:rPr>
              <a:t>http://localhost:3000/automations</a:t>
            </a:r>
          </a:p>
        </p:txBody>
      </p:sp>
      <p:sp>
        <p:nvSpPr>
          <p:cNvPr id="10" name="">
            <a:extLst xmlns:a="http://schemas.openxmlformats.org/drawingml/2006/main">
              <a:ext uri="{FF2B5EF4-FFF2-40B4-BE49-F238E27FC236}">
                <a16:creationId xmlns:a16="http://schemas.microsoft.com/office/drawing/2014/main" id="{05D6607E-6FF4-42B6-B23B-D2C3C63B96DC}"/>
              </a:ext>
            </a:extLst>
          </p:cNvPr>
          <p:cNvSpPr>
            <a:spLocks xmlns:a="http://schemas.openxmlformats.org/drawingml/2006/main" noGrp="1"/>
          </p:cNvSpPr>
          <p:nvPr/>
        </p:nvSpPr>
        <p:spPr>
          <a:xfrm xmlns:a="http://schemas.openxmlformats.org/drawingml/2006/main">
            <a:off x="762000" y="3105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677C"/>
                </a:solidFill>
                <a:latin typeface="Segoe UI"/>
                <a:ea typeface="Segoe UI"/>
                <a:cs typeface="Segoe UI"/>
              </a:defRPr>
            </a:defPPr>
            <a:lvl1pPr algn="l">
              <a:defRPr sz="900" b="1">
                <a:solidFill>
                  <a:srgbClr val="64677C"/>
                </a:solidFill>
                <a:latin typeface="Segoe UI"/>
                <a:ea typeface="Segoe UI"/>
                <a:cs typeface="Segoe UI"/>
              </a:defRPr>
            </a:lvl1pPr>
            <a:lvl2pPr algn="l">
              <a:defRPr sz="900" b="1">
                <a:solidFill>
                  <a:srgbClr val="64677C"/>
                </a:solidFill>
                <a:latin typeface="Segoe UI"/>
                <a:ea typeface="Segoe UI"/>
                <a:cs typeface="Segoe UI"/>
              </a:defRPr>
            </a:lvl2pPr>
            <a:lvl3pPr algn="l">
              <a:defRPr sz="900" b="1">
                <a:solidFill>
                  <a:srgbClr val="64677C"/>
                </a:solidFill>
                <a:latin typeface="Segoe UI"/>
                <a:ea typeface="Segoe UI"/>
                <a:cs typeface="Segoe UI"/>
              </a:defRPr>
            </a:lvl3pPr>
            <a:lvl4pPr algn="l">
              <a:defRPr sz="900" b="1">
                <a:solidFill>
                  <a:srgbClr val="64677C"/>
                </a:solidFill>
                <a:latin typeface="Segoe UI"/>
                <a:ea typeface="Segoe UI"/>
                <a:cs typeface="Segoe UI"/>
              </a:defRPr>
            </a:lvl4pPr>
            <a:lvl5pPr algn="l">
              <a:defRPr sz="900" b="1">
                <a:solidFill>
                  <a:srgbClr val="64677C"/>
                </a:solidFill>
                <a:latin typeface="Segoe UI"/>
                <a:ea typeface="Segoe UI"/>
                <a:cs typeface="Segoe UI"/>
              </a:defRPr>
            </a:lvl5pPr>
            <a:lvl6pPr algn="l">
              <a:defRPr sz="900" b="1">
                <a:solidFill>
                  <a:srgbClr val="64677C"/>
                </a:solidFill>
                <a:latin typeface="Segoe UI"/>
                <a:ea typeface="Segoe UI"/>
                <a:cs typeface="Segoe UI"/>
              </a:defRPr>
            </a:lvl6pPr>
            <a:lvl7pPr algn="l">
              <a:defRPr sz="900" b="1">
                <a:solidFill>
                  <a:srgbClr val="64677C"/>
                </a:solidFill>
                <a:latin typeface="Segoe UI"/>
                <a:ea typeface="Segoe UI"/>
                <a:cs typeface="Segoe UI"/>
              </a:defRPr>
            </a:lvl7pPr>
            <a:lvl8pPr algn="l">
              <a:defRPr sz="900" b="1">
                <a:solidFill>
                  <a:srgbClr val="64677C"/>
                </a:solidFill>
                <a:latin typeface="Segoe UI"/>
                <a:ea typeface="Segoe UI"/>
                <a:cs typeface="Segoe UI"/>
              </a:defRPr>
            </a:lvl8pPr>
            <a:lvl9pPr algn="l">
              <a:defRPr sz="900" b="1">
                <a:solidFill>
                  <a:srgbClr val="64677C"/>
                </a:solidFill>
                <a:latin typeface="Segoe UI"/>
                <a:ea typeface="Segoe UI"/>
                <a:cs typeface="Segoe UI"/>
              </a:defRPr>
            </a:lvl9pPr>
          </a:lstStyle>
          <a:p xmlns:a="http://schemas.openxmlformats.org/drawingml/2006/main">
            <a:pPr algn="l">
              <a:defRPr sz="900" b="1">
                <a:solidFill>
                  <a:srgbClr val="64677C"/>
                </a:solidFill>
                <a:latin typeface="Segoe UI"/>
                <a:ea typeface="Segoe UI"/>
                <a:cs typeface="Segoe UI"/>
              </a:defRPr>
            </a:pPr>
            <a:r>
              <a:rPr sz="900" b="1">
                <a:solidFill>
                  <a:srgbClr val="64677C"/>
                </a:solidFill>
                <a:latin typeface="Segoe UI"/>
                <a:ea typeface="Segoe UI"/>
                <a:cs typeface="Segoe UI"/>
              </a:rPr>
              <a:t>WORKSPACE ID</a:t>
            </a:r>
          </a:p>
        </p:txBody>
      </p:sp>
      <p:sp>
        <p:nvSpPr>
          <p:cNvPr id="11" name="">
            <a:extLst xmlns:a="http://schemas.openxmlformats.org/drawingml/2006/main">
              <a:ext uri="{FF2B5EF4-FFF2-40B4-BE49-F238E27FC236}">
                <a16:creationId xmlns:a16="http://schemas.microsoft.com/office/drawing/2014/main" id="{7420566B-9170-49C8-B26A-B2315CBC2A38}"/>
              </a:ext>
            </a:extLst>
          </p:cNvPr>
          <p:cNvSpPr>
            <a:spLocks xmlns:a="http://schemas.openxmlformats.org/drawingml/2006/main" noGrp="1"/>
          </p:cNvSpPr>
          <p:nvPr/>
        </p:nvSpPr>
        <p:spPr>
          <a:xfrm xmlns:a="http://schemas.openxmlformats.org/drawingml/2006/main">
            <a:off x="762000" y="33718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1827"/>
                </a:solidFill>
                <a:latin typeface="Segoe UI"/>
                <a:ea typeface="Segoe UI"/>
                <a:cs typeface="Segoe UI"/>
              </a:defRPr>
            </a:defPPr>
            <a:lvl1pPr algn="l">
              <a:defRPr sz="1650" b="1">
                <a:solidFill>
                  <a:srgbClr val="171827"/>
                </a:solidFill>
                <a:latin typeface="Segoe UI"/>
                <a:ea typeface="Segoe UI"/>
                <a:cs typeface="Segoe UI"/>
              </a:defRPr>
            </a:lvl1pPr>
            <a:lvl2pPr algn="l">
              <a:defRPr sz="1650" b="1">
                <a:solidFill>
                  <a:srgbClr val="171827"/>
                </a:solidFill>
                <a:latin typeface="Segoe UI"/>
                <a:ea typeface="Segoe UI"/>
                <a:cs typeface="Segoe UI"/>
              </a:defRPr>
            </a:lvl2pPr>
            <a:lvl3pPr algn="l">
              <a:defRPr sz="1650" b="1">
                <a:solidFill>
                  <a:srgbClr val="171827"/>
                </a:solidFill>
                <a:latin typeface="Segoe UI"/>
                <a:ea typeface="Segoe UI"/>
                <a:cs typeface="Segoe UI"/>
              </a:defRPr>
            </a:lvl3pPr>
            <a:lvl4pPr algn="l">
              <a:defRPr sz="1650" b="1">
                <a:solidFill>
                  <a:srgbClr val="171827"/>
                </a:solidFill>
                <a:latin typeface="Segoe UI"/>
                <a:ea typeface="Segoe UI"/>
                <a:cs typeface="Segoe UI"/>
              </a:defRPr>
            </a:lvl4pPr>
            <a:lvl5pPr algn="l">
              <a:defRPr sz="1650" b="1">
                <a:solidFill>
                  <a:srgbClr val="171827"/>
                </a:solidFill>
                <a:latin typeface="Segoe UI"/>
                <a:ea typeface="Segoe UI"/>
                <a:cs typeface="Segoe UI"/>
              </a:defRPr>
            </a:lvl5pPr>
            <a:lvl6pPr algn="l">
              <a:defRPr sz="1650" b="1">
                <a:solidFill>
                  <a:srgbClr val="171827"/>
                </a:solidFill>
                <a:latin typeface="Segoe UI"/>
                <a:ea typeface="Segoe UI"/>
                <a:cs typeface="Segoe UI"/>
              </a:defRPr>
            </a:lvl6pPr>
            <a:lvl7pPr algn="l">
              <a:defRPr sz="1650" b="1">
                <a:solidFill>
                  <a:srgbClr val="171827"/>
                </a:solidFill>
                <a:latin typeface="Segoe UI"/>
                <a:ea typeface="Segoe UI"/>
                <a:cs typeface="Segoe UI"/>
              </a:defRPr>
            </a:lvl7pPr>
            <a:lvl8pPr algn="l">
              <a:defRPr sz="1650" b="1">
                <a:solidFill>
                  <a:srgbClr val="171827"/>
                </a:solidFill>
                <a:latin typeface="Segoe UI"/>
                <a:ea typeface="Segoe UI"/>
                <a:cs typeface="Segoe UI"/>
              </a:defRPr>
            </a:lvl8pPr>
            <a:lvl9pPr algn="l">
              <a:defRPr sz="1650" b="1">
                <a:solidFill>
                  <a:srgbClr val="171827"/>
                </a:solidFill>
                <a:latin typeface="Segoe UI"/>
                <a:ea typeface="Segoe UI"/>
                <a:cs typeface="Segoe UI"/>
              </a:defRPr>
            </a:lvl9pPr>
          </a:lstStyle>
          <a:p xmlns:a="http://schemas.openxmlformats.org/drawingml/2006/main">
            <a:pPr algn="l">
              <a:defRPr sz="1650" b="1">
                <a:solidFill>
                  <a:srgbClr val="171827"/>
                </a:solidFill>
                <a:latin typeface="Segoe UI"/>
                <a:ea typeface="Segoe UI"/>
                <a:cs typeface="Segoe UI"/>
              </a:defRPr>
            </a:pPr>
            <a:r>
              <a:rPr sz="1650" b="1">
                <a:solidFill>
                  <a:srgbClr val="171827"/>
                </a:solidFill>
                <a:latin typeface="Segoe UI"/>
                <a:ea typeface="Segoe UI"/>
                <a:cs typeface="Segoe UI"/>
              </a:rPr>
              <a:t>local-demo</a:t>
            </a:r>
          </a:p>
        </p:txBody>
      </p:sp>
      <p:sp>
        <p:nvSpPr>
          <p:cNvPr id="12" name="">
            <a:extLst xmlns:a="http://schemas.openxmlformats.org/drawingml/2006/main">
              <a:ext uri="{FF2B5EF4-FFF2-40B4-BE49-F238E27FC236}">
                <a16:creationId xmlns:a16="http://schemas.microsoft.com/office/drawing/2014/main" id="{320C5EAB-4277-4CF7-B426-EDD4ACF96BEE}"/>
              </a:ext>
            </a:extLst>
          </p:cNvPr>
          <p:cNvSpPr>
            <a:spLocks xmlns:a="http://schemas.openxmlformats.org/drawingml/2006/main" noGrp="1"/>
          </p:cNvSpPr>
          <p:nvPr/>
        </p:nvSpPr>
        <p:spPr>
          <a:xfrm xmlns:a="http://schemas.openxmlformats.org/drawingml/2006/main">
            <a:off x="762000" y="402907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677C"/>
                </a:solidFill>
                <a:latin typeface="Segoe UI"/>
                <a:ea typeface="Segoe UI"/>
                <a:cs typeface="Segoe UI"/>
              </a:defRPr>
            </a:defPPr>
            <a:lvl1pPr algn="l">
              <a:defRPr sz="900" b="1">
                <a:solidFill>
                  <a:srgbClr val="64677C"/>
                </a:solidFill>
                <a:latin typeface="Segoe UI"/>
                <a:ea typeface="Segoe UI"/>
                <a:cs typeface="Segoe UI"/>
              </a:defRPr>
            </a:lvl1pPr>
            <a:lvl2pPr algn="l">
              <a:defRPr sz="900" b="1">
                <a:solidFill>
                  <a:srgbClr val="64677C"/>
                </a:solidFill>
                <a:latin typeface="Segoe UI"/>
                <a:ea typeface="Segoe UI"/>
                <a:cs typeface="Segoe UI"/>
              </a:defRPr>
            </a:lvl2pPr>
            <a:lvl3pPr algn="l">
              <a:defRPr sz="900" b="1">
                <a:solidFill>
                  <a:srgbClr val="64677C"/>
                </a:solidFill>
                <a:latin typeface="Segoe UI"/>
                <a:ea typeface="Segoe UI"/>
                <a:cs typeface="Segoe UI"/>
              </a:defRPr>
            </a:lvl3pPr>
            <a:lvl4pPr algn="l">
              <a:defRPr sz="900" b="1">
                <a:solidFill>
                  <a:srgbClr val="64677C"/>
                </a:solidFill>
                <a:latin typeface="Segoe UI"/>
                <a:ea typeface="Segoe UI"/>
                <a:cs typeface="Segoe UI"/>
              </a:defRPr>
            </a:lvl4pPr>
            <a:lvl5pPr algn="l">
              <a:defRPr sz="900" b="1">
                <a:solidFill>
                  <a:srgbClr val="64677C"/>
                </a:solidFill>
                <a:latin typeface="Segoe UI"/>
                <a:ea typeface="Segoe UI"/>
                <a:cs typeface="Segoe UI"/>
              </a:defRPr>
            </a:lvl5pPr>
            <a:lvl6pPr algn="l">
              <a:defRPr sz="900" b="1">
                <a:solidFill>
                  <a:srgbClr val="64677C"/>
                </a:solidFill>
                <a:latin typeface="Segoe UI"/>
                <a:ea typeface="Segoe UI"/>
                <a:cs typeface="Segoe UI"/>
              </a:defRPr>
            </a:lvl6pPr>
            <a:lvl7pPr algn="l">
              <a:defRPr sz="900" b="1">
                <a:solidFill>
                  <a:srgbClr val="64677C"/>
                </a:solidFill>
                <a:latin typeface="Segoe UI"/>
                <a:ea typeface="Segoe UI"/>
                <a:cs typeface="Segoe UI"/>
              </a:defRPr>
            </a:lvl7pPr>
            <a:lvl8pPr algn="l">
              <a:defRPr sz="900" b="1">
                <a:solidFill>
                  <a:srgbClr val="64677C"/>
                </a:solidFill>
                <a:latin typeface="Segoe UI"/>
                <a:ea typeface="Segoe UI"/>
                <a:cs typeface="Segoe UI"/>
              </a:defRPr>
            </a:lvl8pPr>
            <a:lvl9pPr algn="l">
              <a:defRPr sz="900" b="1">
                <a:solidFill>
                  <a:srgbClr val="64677C"/>
                </a:solidFill>
                <a:latin typeface="Segoe UI"/>
                <a:ea typeface="Segoe UI"/>
                <a:cs typeface="Segoe UI"/>
              </a:defRPr>
            </a:lvl9pPr>
          </a:lstStyle>
          <a:p xmlns:a="http://schemas.openxmlformats.org/drawingml/2006/main">
            <a:pPr algn="l">
              <a:defRPr sz="900" b="1">
                <a:solidFill>
                  <a:srgbClr val="64677C"/>
                </a:solidFill>
                <a:latin typeface="Segoe UI"/>
                <a:ea typeface="Segoe UI"/>
                <a:cs typeface="Segoe UI"/>
              </a:defRPr>
            </a:pPr>
            <a:r>
              <a:rPr sz="900" b="1">
                <a:solidFill>
                  <a:srgbClr val="64677C"/>
                </a:solidFill>
                <a:latin typeface="Segoe UI"/>
                <a:ea typeface="Segoe UI"/>
                <a:cs typeface="Segoe UI"/>
              </a:rPr>
              <a:t>PLATFORM ACCESS TOKEN</a:t>
            </a:r>
          </a:p>
        </p:txBody>
      </p:sp>
      <p:sp>
        <p:nvSpPr>
          <p:cNvPr id="13" name="">
            <a:extLst xmlns:a="http://schemas.openxmlformats.org/drawingml/2006/main">
              <a:ext uri="{FF2B5EF4-FFF2-40B4-BE49-F238E27FC236}">
                <a16:creationId xmlns:a16="http://schemas.microsoft.com/office/drawing/2014/main" id="{F80C16B6-A483-437C-A8CE-F6117BAD5091}"/>
              </a:ext>
            </a:extLst>
          </p:cNvPr>
          <p:cNvSpPr>
            <a:spLocks xmlns:a="http://schemas.openxmlformats.org/drawingml/2006/main" noGrp="1"/>
          </p:cNvSpPr>
          <p:nvPr/>
        </p:nvSpPr>
        <p:spPr>
          <a:xfrm xmlns:a="http://schemas.openxmlformats.org/drawingml/2006/main">
            <a:off x="762000" y="4305300"/>
            <a:ext cx="619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71827"/>
                </a:solidFill>
                <a:latin typeface="Segoe UI"/>
                <a:ea typeface="Segoe UI"/>
                <a:cs typeface="Segoe UI"/>
              </a:defRPr>
            </a:defPPr>
            <a:lvl1pPr algn="l">
              <a:defRPr sz="1275" b="0">
                <a:solidFill>
                  <a:srgbClr val="171827"/>
                </a:solidFill>
                <a:latin typeface="Segoe UI"/>
                <a:ea typeface="Segoe UI"/>
                <a:cs typeface="Segoe UI"/>
              </a:defRPr>
            </a:lvl1pPr>
            <a:lvl2pPr algn="l">
              <a:defRPr sz="1275" b="0">
                <a:solidFill>
                  <a:srgbClr val="171827"/>
                </a:solidFill>
                <a:latin typeface="Segoe UI"/>
                <a:ea typeface="Segoe UI"/>
                <a:cs typeface="Segoe UI"/>
              </a:defRPr>
            </a:lvl2pPr>
            <a:lvl3pPr algn="l">
              <a:defRPr sz="1275" b="0">
                <a:solidFill>
                  <a:srgbClr val="171827"/>
                </a:solidFill>
                <a:latin typeface="Segoe UI"/>
                <a:ea typeface="Segoe UI"/>
                <a:cs typeface="Segoe UI"/>
              </a:defRPr>
            </a:lvl3pPr>
            <a:lvl4pPr algn="l">
              <a:defRPr sz="1275" b="0">
                <a:solidFill>
                  <a:srgbClr val="171827"/>
                </a:solidFill>
                <a:latin typeface="Segoe UI"/>
                <a:ea typeface="Segoe UI"/>
                <a:cs typeface="Segoe UI"/>
              </a:defRPr>
            </a:lvl4pPr>
            <a:lvl5pPr algn="l">
              <a:defRPr sz="1275" b="0">
                <a:solidFill>
                  <a:srgbClr val="171827"/>
                </a:solidFill>
                <a:latin typeface="Segoe UI"/>
                <a:ea typeface="Segoe UI"/>
                <a:cs typeface="Segoe UI"/>
              </a:defRPr>
            </a:lvl5pPr>
            <a:lvl6pPr algn="l">
              <a:defRPr sz="1275" b="0">
                <a:solidFill>
                  <a:srgbClr val="171827"/>
                </a:solidFill>
                <a:latin typeface="Segoe UI"/>
                <a:ea typeface="Segoe UI"/>
                <a:cs typeface="Segoe UI"/>
              </a:defRPr>
            </a:lvl6pPr>
            <a:lvl7pPr algn="l">
              <a:defRPr sz="1275" b="0">
                <a:solidFill>
                  <a:srgbClr val="171827"/>
                </a:solidFill>
                <a:latin typeface="Segoe UI"/>
                <a:ea typeface="Segoe UI"/>
                <a:cs typeface="Segoe UI"/>
              </a:defRPr>
            </a:lvl7pPr>
            <a:lvl8pPr algn="l">
              <a:defRPr sz="1275" b="0">
                <a:solidFill>
                  <a:srgbClr val="171827"/>
                </a:solidFill>
                <a:latin typeface="Segoe UI"/>
                <a:ea typeface="Segoe UI"/>
                <a:cs typeface="Segoe UI"/>
              </a:defRPr>
            </a:lvl8pPr>
            <a:lvl9pPr algn="l">
              <a:defRPr sz="1275" b="0">
                <a:solidFill>
                  <a:srgbClr val="171827"/>
                </a:solidFill>
                <a:latin typeface="Segoe UI"/>
                <a:ea typeface="Segoe UI"/>
                <a:cs typeface="Segoe UI"/>
              </a:defRPr>
            </a:lvl9pPr>
          </a:lstStyle>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Use the token printed by the active local-demo terminal. Do not put it in slides or source control.</a:t>
            </a:r>
          </a:p>
        </p:txBody>
      </p:sp>
      <p:sp>
        <p:nvSpPr>
          <p:cNvPr id="14" name="">
            <a:extLst xmlns:a="http://schemas.openxmlformats.org/drawingml/2006/main">
              <a:ext uri="{FF2B5EF4-FFF2-40B4-BE49-F238E27FC236}">
                <a16:creationId xmlns:a16="http://schemas.microsoft.com/office/drawing/2014/main" id="{6AF2BCBA-B58F-4A6F-874D-8A004BC73372}"/>
              </a:ext>
            </a:extLst>
          </p:cNvPr>
          <p:cNvSpPr>
            <a:spLocks xmlns:a="http://schemas.openxmlformats.org/drawingml/2006/main" noGrp="1"/>
          </p:cNvSpPr>
          <p:nvPr/>
        </p:nvSpPr>
        <p:spPr>
          <a:xfrm xmlns:a="http://schemas.openxmlformats.org/drawingml/2006/main">
            <a:off x="7543800" y="1952625"/>
            <a:ext cx="38100" cy="3333750"/>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DED052D-D914-4D9B-832D-38B170E34740}"/>
              </a:ext>
            </a:extLst>
          </p:cNvPr>
          <p:cNvSpPr>
            <a:spLocks xmlns:a="http://schemas.openxmlformats.org/drawingml/2006/main" noGrp="1"/>
          </p:cNvSpPr>
          <p:nvPr/>
        </p:nvSpPr>
        <p:spPr>
          <a:xfrm xmlns:a="http://schemas.openxmlformats.org/drawingml/2006/main">
            <a:off x="7953375" y="21621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1827"/>
                </a:solidFill>
                <a:latin typeface="Segoe UI"/>
                <a:ea typeface="Segoe UI"/>
                <a:cs typeface="Segoe UI"/>
              </a:defRPr>
            </a:defPPr>
            <a:lvl1pPr algn="l">
              <a:defRPr sz="1500" b="1">
                <a:solidFill>
                  <a:srgbClr val="171827"/>
                </a:solidFill>
                <a:latin typeface="Segoe UI"/>
                <a:ea typeface="Segoe UI"/>
                <a:cs typeface="Segoe UI"/>
              </a:defRPr>
            </a:lvl1pPr>
            <a:lvl2pPr algn="l">
              <a:defRPr sz="1500" b="1">
                <a:solidFill>
                  <a:srgbClr val="171827"/>
                </a:solidFill>
                <a:latin typeface="Segoe UI"/>
                <a:ea typeface="Segoe UI"/>
                <a:cs typeface="Segoe UI"/>
              </a:defRPr>
            </a:lvl2pPr>
            <a:lvl3pPr algn="l">
              <a:defRPr sz="1500" b="1">
                <a:solidFill>
                  <a:srgbClr val="171827"/>
                </a:solidFill>
                <a:latin typeface="Segoe UI"/>
                <a:ea typeface="Segoe UI"/>
                <a:cs typeface="Segoe UI"/>
              </a:defRPr>
            </a:lvl3pPr>
            <a:lvl4pPr algn="l">
              <a:defRPr sz="1500" b="1">
                <a:solidFill>
                  <a:srgbClr val="171827"/>
                </a:solidFill>
                <a:latin typeface="Segoe UI"/>
                <a:ea typeface="Segoe UI"/>
                <a:cs typeface="Segoe UI"/>
              </a:defRPr>
            </a:lvl4pPr>
            <a:lvl5pPr algn="l">
              <a:defRPr sz="1500" b="1">
                <a:solidFill>
                  <a:srgbClr val="171827"/>
                </a:solidFill>
                <a:latin typeface="Segoe UI"/>
                <a:ea typeface="Segoe UI"/>
                <a:cs typeface="Segoe UI"/>
              </a:defRPr>
            </a:lvl5pPr>
            <a:lvl6pPr algn="l">
              <a:defRPr sz="1500" b="1">
                <a:solidFill>
                  <a:srgbClr val="171827"/>
                </a:solidFill>
                <a:latin typeface="Segoe UI"/>
                <a:ea typeface="Segoe UI"/>
                <a:cs typeface="Segoe UI"/>
              </a:defRPr>
            </a:lvl6pPr>
            <a:lvl7pPr algn="l">
              <a:defRPr sz="1500" b="1">
                <a:solidFill>
                  <a:srgbClr val="171827"/>
                </a:solidFill>
                <a:latin typeface="Segoe UI"/>
                <a:ea typeface="Segoe UI"/>
                <a:cs typeface="Segoe UI"/>
              </a:defRPr>
            </a:lvl7pPr>
            <a:lvl8pPr algn="l">
              <a:defRPr sz="1500" b="1">
                <a:solidFill>
                  <a:srgbClr val="171827"/>
                </a:solidFill>
                <a:latin typeface="Segoe UI"/>
                <a:ea typeface="Segoe UI"/>
                <a:cs typeface="Segoe UI"/>
              </a:defRPr>
            </a:lvl8pPr>
            <a:lvl9pPr algn="l">
              <a:defRPr sz="1500" b="1">
                <a:solidFill>
                  <a:srgbClr val="171827"/>
                </a:solidFill>
                <a:latin typeface="Segoe UI"/>
                <a:ea typeface="Segoe UI"/>
                <a:cs typeface="Segoe UI"/>
              </a:defRPr>
            </a:lvl9pPr>
          </a:lstStyle>
          <a:p xmlns:a="http://schemas.openxmlformats.org/drawingml/2006/main">
            <a:pPr algn="l">
              <a:defRPr sz="1500" b="1">
                <a:solidFill>
                  <a:srgbClr val="171827"/>
                </a:solidFill>
                <a:latin typeface="Segoe UI"/>
                <a:ea typeface="Segoe UI"/>
                <a:cs typeface="Segoe UI"/>
              </a:defRPr>
            </a:pPr>
            <a:r>
              <a:rPr sz="1500" b="1">
                <a:solidFill>
                  <a:srgbClr val="171827"/>
                </a:solidFill>
                <a:latin typeface="Segoe UI"/>
                <a:ea typeface="Segoe UI"/>
                <a:cs typeface="Segoe UI"/>
              </a:rPr>
              <a:t>This demo uses local adapters</a:t>
            </a:r>
          </a:p>
        </p:txBody>
      </p:sp>
      <p:sp>
        <p:nvSpPr>
          <p:cNvPr id="16" name="">
            <a:extLst xmlns:a="http://schemas.openxmlformats.org/drawingml/2006/main">
              <a:ext uri="{FF2B5EF4-FFF2-40B4-BE49-F238E27FC236}">
                <a16:creationId xmlns:a16="http://schemas.microsoft.com/office/drawing/2014/main" id="{866C37B4-D227-4581-A195-B8B04C9FD291}"/>
              </a:ext>
            </a:extLst>
          </p:cNvPr>
          <p:cNvSpPr>
            <a:spLocks xmlns:a="http://schemas.openxmlformats.org/drawingml/2006/main" noGrp="1"/>
          </p:cNvSpPr>
          <p:nvPr/>
        </p:nvSpPr>
        <p:spPr>
          <a:xfrm xmlns:a="http://schemas.openxmlformats.org/drawingml/2006/main">
            <a:off x="7953375" y="2667000"/>
            <a:ext cx="3333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4677C"/>
                </a:solidFill>
                <a:latin typeface="Segoe UI"/>
                <a:ea typeface="Segoe UI"/>
                <a:cs typeface="Segoe UI"/>
              </a:defRPr>
            </a:defPPr>
            <a:lvl1pPr algn="l">
              <a:defRPr sz="1350" b="0">
                <a:solidFill>
                  <a:srgbClr val="64677C"/>
                </a:solidFill>
                <a:latin typeface="Segoe UI"/>
                <a:ea typeface="Segoe UI"/>
                <a:cs typeface="Segoe UI"/>
              </a:defRPr>
            </a:lvl1pPr>
            <a:lvl2pPr algn="l">
              <a:defRPr sz="1350" b="0">
                <a:solidFill>
                  <a:srgbClr val="64677C"/>
                </a:solidFill>
                <a:latin typeface="Segoe UI"/>
                <a:ea typeface="Segoe UI"/>
                <a:cs typeface="Segoe UI"/>
              </a:defRPr>
            </a:lvl2pPr>
            <a:lvl3pPr algn="l">
              <a:defRPr sz="1350" b="0">
                <a:solidFill>
                  <a:srgbClr val="64677C"/>
                </a:solidFill>
                <a:latin typeface="Segoe UI"/>
                <a:ea typeface="Segoe UI"/>
                <a:cs typeface="Segoe UI"/>
              </a:defRPr>
            </a:lvl3pPr>
            <a:lvl4pPr algn="l">
              <a:defRPr sz="1350" b="0">
                <a:solidFill>
                  <a:srgbClr val="64677C"/>
                </a:solidFill>
                <a:latin typeface="Segoe UI"/>
                <a:ea typeface="Segoe UI"/>
                <a:cs typeface="Segoe UI"/>
              </a:defRPr>
            </a:lvl4pPr>
            <a:lvl5pPr algn="l">
              <a:defRPr sz="1350" b="0">
                <a:solidFill>
                  <a:srgbClr val="64677C"/>
                </a:solidFill>
                <a:latin typeface="Segoe UI"/>
                <a:ea typeface="Segoe UI"/>
                <a:cs typeface="Segoe UI"/>
              </a:defRPr>
            </a:lvl5pPr>
            <a:lvl6pPr algn="l">
              <a:defRPr sz="1350" b="0">
                <a:solidFill>
                  <a:srgbClr val="64677C"/>
                </a:solidFill>
                <a:latin typeface="Segoe UI"/>
                <a:ea typeface="Segoe UI"/>
                <a:cs typeface="Segoe UI"/>
              </a:defRPr>
            </a:lvl6pPr>
            <a:lvl7pPr algn="l">
              <a:defRPr sz="1350" b="0">
                <a:solidFill>
                  <a:srgbClr val="64677C"/>
                </a:solidFill>
                <a:latin typeface="Segoe UI"/>
                <a:ea typeface="Segoe UI"/>
                <a:cs typeface="Segoe UI"/>
              </a:defRPr>
            </a:lvl7pPr>
            <a:lvl8pPr algn="l">
              <a:defRPr sz="1350" b="0">
                <a:solidFill>
                  <a:srgbClr val="64677C"/>
                </a:solidFill>
                <a:latin typeface="Segoe UI"/>
                <a:ea typeface="Segoe UI"/>
                <a:cs typeface="Segoe UI"/>
              </a:defRPr>
            </a:lvl8pPr>
            <a:lvl9pPr algn="l">
              <a:defRPr sz="1350" b="0">
                <a:solidFill>
                  <a:srgbClr val="64677C"/>
                </a:solidFill>
                <a:latin typeface="Segoe UI"/>
                <a:ea typeface="Segoe UI"/>
                <a:cs typeface="Segoe UI"/>
              </a:defRPr>
            </a:lvl9pPr>
          </a:lstStyle>
          <a:p xmlns:a="http://schemas.openxmlformats.org/drawingml/2006/main">
            <a:pPr algn="l">
              <a:defRPr sz="1350" b="0">
                <a:solidFill>
                  <a:srgbClr val="64677C"/>
                </a:solidFill>
                <a:latin typeface="Segoe UI"/>
                <a:ea typeface="Segoe UI"/>
                <a:cs typeface="Segoe UI"/>
              </a:defRPr>
            </a:pPr>
            <a:r>
              <a:rPr sz="1350" b="0">
                <a:solidFill>
                  <a:srgbClr val="64677C"/>
                </a:solidFill>
                <a:latin typeface="Segoe UI"/>
                <a:ea typeface="Segoe UI"/>
                <a:cs typeface="Segoe UI"/>
              </a:rPr>
              <a:t>• Notification action records a local result; it does not send a real message.</a:t>
            </a:r>
          </a:p>
          <a:p xmlns:a="http://schemas.openxmlformats.org/drawingml/2006/main">
            <a:r>
              <a:t/>
            </a:r>
          </a:p>
          <a:p xmlns:a="http://schemas.openxmlformats.org/drawingml/2006/main">
            <a:pPr algn="l">
              <a:defRPr sz="1350" b="0">
                <a:solidFill>
                  <a:srgbClr val="64677C"/>
                </a:solidFill>
                <a:latin typeface="Segoe UI"/>
                <a:ea typeface="Segoe UI"/>
                <a:cs typeface="Segoe UI"/>
              </a:defRPr>
            </a:pPr>
            <a:r>
              <a:rPr sz="1350" b="0">
                <a:solidFill>
                  <a:srgbClr val="64677C"/>
                </a:solidFill>
                <a:latin typeface="Segoe UI"/>
                <a:ea typeface="Segoe UI"/>
                <a:cs typeface="Segoe UI"/>
              </a:rPr>
              <a:t>• Use the active demo’s API port shown in its terminal.</a:t>
            </a:r>
          </a:p>
          <a:p xmlns:a="http://schemas.openxmlformats.org/drawingml/2006/main">
            <a:r>
              <a:t/>
            </a:r>
          </a:p>
          <a:p xmlns:a="http://schemas.openxmlformats.org/drawingml/2006/main">
            <a:pPr algn="l">
              <a:defRPr sz="1350" b="0">
                <a:solidFill>
                  <a:srgbClr val="64677C"/>
                </a:solidFill>
                <a:latin typeface="Segoe UI"/>
                <a:ea typeface="Segoe UI"/>
                <a:cs typeface="Segoe UI"/>
              </a:defRPr>
            </a:pPr>
            <a:r>
              <a:rPr sz="1350" b="0">
                <a:solidFill>
                  <a:srgbClr val="64677C"/>
                </a:solidFill>
                <a:latin typeface="Segoe UI"/>
                <a:ea typeface="Segoe UI"/>
                <a:cs typeface="Segoe UI"/>
              </a:rPr>
              <a:t>• A zero queue after processing can be a healthy, drained queue.</a:t>
            </a:r>
          </a:p>
        </p:txBody>
      </p:sp>
    </p:spTree>
    <p:extLst>
      <p:ext uri="{BB962C8B-B14F-4D97-AF65-F5344CB8AC3E}">
        <p14:creationId xmlns:p14="http://schemas.microsoft.com/office/powerpoint/2010/main" val="1701547769"/>
      </p:ext>
    </p:extLst>
  </p:cSld>
</p:sld>
</file>

<file path=ppt/slides/slide6.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ABA68F-D24F-4FED-9D53-F36903066A2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FD5545-4F8A-48D2-86FC-24842117B1E8}"/>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MANUAL TEST 01</a:t>
            </a:r>
          </a:p>
        </p:txBody>
      </p:sp>
      <p:sp>
        <p:nvSpPr>
          <p:cNvPr id="3" name="">
            <a:extLst xmlns:a="http://schemas.openxmlformats.org/drawingml/2006/main">
              <a:ext uri="{FF2B5EF4-FFF2-40B4-BE49-F238E27FC236}">
                <a16:creationId xmlns:a16="http://schemas.microsoft.com/office/drawing/2014/main" id="{B26D6214-B617-4C1F-9E5D-875E1E087410}"/>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Connect and explore the automation list</a:t>
            </a:r>
          </a:p>
        </p:txBody>
      </p:sp>
      <p:sp>
        <p:nvSpPr>
          <p:cNvPr id="4" name="">
            <a:extLst xmlns:a="http://schemas.openxmlformats.org/drawingml/2006/main">
              <a:ext uri="{FF2B5EF4-FFF2-40B4-BE49-F238E27FC236}">
                <a16:creationId xmlns:a16="http://schemas.microsoft.com/office/drawing/2014/main" id="{1C727001-75F3-4251-8D4F-F8986E749B19}"/>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Check authentication, data loading, filters, and cursor-based navigation.</a:t>
            </a:r>
          </a:p>
        </p:txBody>
      </p:sp>
      <p:sp>
        <p:nvSpPr>
          <p:cNvPr id="5" name="">
            <a:extLst xmlns:a="http://schemas.openxmlformats.org/drawingml/2006/main">
              <a:ext uri="{FF2B5EF4-FFF2-40B4-BE49-F238E27FC236}">
                <a16:creationId xmlns:a16="http://schemas.microsoft.com/office/drawing/2014/main" id="{89CA2A18-5495-4EA5-962E-C4752E44FFDB}"/>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737F449-8467-4CF6-AC30-22C22270096C}"/>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25523D21-4EA7-4157-88BF-D5C7CA29470B}"/>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06</a:t>
            </a:r>
          </a:p>
        </p:txBody>
      </p:sp>
      <p:sp>
        <p:nvSpPr>
          <p:cNvPr id="8" name="">
            <a:extLst xmlns:a="http://schemas.openxmlformats.org/drawingml/2006/main">
              <a:ext uri="{FF2B5EF4-FFF2-40B4-BE49-F238E27FC236}">
                <a16:creationId xmlns:a16="http://schemas.microsoft.com/office/drawing/2014/main" id="{B0641396-A34E-4CDE-A3B7-68C7CD456AF1}"/>
              </a:ext>
            </a:extLst>
          </p:cNvPr>
          <p:cNvSpPr>
            <a:spLocks xmlns:a="http://schemas.openxmlformats.org/drawingml/2006/main" noGrp="1"/>
          </p:cNvSpPr>
          <p:nvPr/>
        </p:nvSpPr>
        <p:spPr>
          <a:xfrm xmlns:a="http://schemas.openxmlformats.org/drawingml/2006/main">
            <a:off x="762000" y="2009775"/>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ACTIONS</a:t>
            </a:r>
          </a:p>
        </p:txBody>
      </p:sp>
      <p:sp>
        <p:nvSpPr>
          <p:cNvPr id="9" name="">
            <a:extLst xmlns:a="http://schemas.openxmlformats.org/drawingml/2006/main">
              <a:ext uri="{FF2B5EF4-FFF2-40B4-BE49-F238E27FC236}">
                <a16:creationId xmlns:a16="http://schemas.microsoft.com/office/drawing/2014/main" id="{FF1F9B08-6BEE-4BC7-B1AF-93E0F483DA50}"/>
              </a:ext>
            </a:extLst>
          </p:cNvPr>
          <p:cNvSpPr>
            <a:spLocks xmlns:a="http://schemas.openxmlformats.org/drawingml/2006/main" noGrp="1"/>
          </p:cNvSpPr>
          <p:nvPr/>
        </p:nvSpPr>
        <p:spPr>
          <a:xfrm xmlns:a="http://schemas.openxmlformats.org/drawingml/2006/main">
            <a:off x="762000" y="2362200"/>
            <a:ext cx="495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71827"/>
                </a:solidFill>
                <a:latin typeface="Segoe UI"/>
                <a:ea typeface="Segoe UI"/>
                <a:cs typeface="Segoe UI"/>
              </a:defRPr>
            </a:defPPr>
            <a:lvl1pPr algn="l">
              <a:defRPr sz="1350" b="0">
                <a:solidFill>
                  <a:srgbClr val="171827"/>
                </a:solidFill>
                <a:latin typeface="Segoe UI"/>
                <a:ea typeface="Segoe UI"/>
                <a:cs typeface="Segoe UI"/>
              </a:defRPr>
            </a:lvl1pPr>
            <a:lvl2pPr algn="l">
              <a:defRPr sz="1350" b="0">
                <a:solidFill>
                  <a:srgbClr val="171827"/>
                </a:solidFill>
                <a:latin typeface="Segoe UI"/>
                <a:ea typeface="Segoe UI"/>
                <a:cs typeface="Segoe UI"/>
              </a:defRPr>
            </a:lvl2pPr>
            <a:lvl3pPr algn="l">
              <a:defRPr sz="1350" b="0">
                <a:solidFill>
                  <a:srgbClr val="171827"/>
                </a:solidFill>
                <a:latin typeface="Segoe UI"/>
                <a:ea typeface="Segoe UI"/>
                <a:cs typeface="Segoe UI"/>
              </a:defRPr>
            </a:lvl3pPr>
            <a:lvl4pPr algn="l">
              <a:defRPr sz="1350" b="0">
                <a:solidFill>
                  <a:srgbClr val="171827"/>
                </a:solidFill>
                <a:latin typeface="Segoe UI"/>
                <a:ea typeface="Segoe UI"/>
                <a:cs typeface="Segoe UI"/>
              </a:defRPr>
            </a:lvl4pPr>
            <a:lvl5pPr algn="l">
              <a:defRPr sz="1350" b="0">
                <a:solidFill>
                  <a:srgbClr val="171827"/>
                </a:solidFill>
                <a:latin typeface="Segoe UI"/>
                <a:ea typeface="Segoe UI"/>
                <a:cs typeface="Segoe UI"/>
              </a:defRPr>
            </a:lvl5pPr>
            <a:lvl6pPr algn="l">
              <a:defRPr sz="1350" b="0">
                <a:solidFill>
                  <a:srgbClr val="171827"/>
                </a:solidFill>
                <a:latin typeface="Segoe UI"/>
                <a:ea typeface="Segoe UI"/>
                <a:cs typeface="Segoe UI"/>
              </a:defRPr>
            </a:lvl6pPr>
            <a:lvl7pPr algn="l">
              <a:defRPr sz="1350" b="0">
                <a:solidFill>
                  <a:srgbClr val="171827"/>
                </a:solidFill>
                <a:latin typeface="Segoe UI"/>
                <a:ea typeface="Segoe UI"/>
                <a:cs typeface="Segoe UI"/>
              </a:defRPr>
            </a:lvl7pPr>
            <a:lvl8pPr algn="l">
              <a:defRPr sz="1350" b="0">
                <a:solidFill>
                  <a:srgbClr val="171827"/>
                </a:solidFill>
                <a:latin typeface="Segoe UI"/>
                <a:ea typeface="Segoe UI"/>
                <a:cs typeface="Segoe UI"/>
              </a:defRPr>
            </a:lvl8pPr>
            <a:lvl9pPr algn="l">
              <a:defRPr sz="1350" b="0">
                <a:solidFill>
                  <a:srgbClr val="171827"/>
                </a:solidFill>
                <a:latin typeface="Segoe UI"/>
                <a:ea typeface="Segoe UI"/>
                <a:cs typeface="Segoe UI"/>
              </a:defRPr>
            </a:lvl9pPr>
          </a:lstStyle>
          <a:p xmlns:a="http://schemas.openxmlformats.org/drawingml/2006/main">
            <a:pPr algn="l">
              <a:defRPr sz="1350" b="0">
                <a:solidFill>
                  <a:srgbClr val="171827"/>
                </a:solidFill>
                <a:latin typeface="Segoe UI"/>
                <a:ea typeface="Segoe UI"/>
                <a:cs typeface="Segoe UI"/>
              </a:defRPr>
            </a:pPr>
            <a:r>
              <a:rPr sz="1350" b="0">
                <a:solidFill>
                  <a:srgbClr val="171827"/>
                </a:solidFill>
                <a:latin typeface="Segoe UI"/>
                <a:ea typeface="Segoe UI"/>
                <a:cs typeface="Segoe UI"/>
              </a:rPr>
              <a:t>1.  Enter workspace ID and the active demo token.</a:t>
            </a:r>
          </a:p>
          <a:p xmlns:a="http://schemas.openxmlformats.org/drawingml/2006/main">
            <a:r>
              <a:t/>
            </a:r>
          </a:p>
          <a:p xmlns:a="http://schemas.openxmlformats.org/drawingml/2006/main">
            <a:pPr algn="l">
              <a:defRPr sz="1350" b="0">
                <a:solidFill>
                  <a:srgbClr val="171827"/>
                </a:solidFill>
                <a:latin typeface="Segoe UI"/>
                <a:ea typeface="Segoe UI"/>
                <a:cs typeface="Segoe UI"/>
              </a:defRPr>
            </a:pPr>
            <a:r>
              <a:rPr sz="1350" b="0">
                <a:solidFill>
                  <a:srgbClr val="171827"/>
                </a:solidFill>
                <a:latin typeface="Segoe UI"/>
                <a:ea typeface="Segoe UI"/>
                <a:cs typeface="Segoe UI"/>
              </a:rPr>
              <a:t>2.  Confirm the seeded rules appear; open one automation.</a:t>
            </a:r>
          </a:p>
          <a:p xmlns:a="http://schemas.openxmlformats.org/drawingml/2006/main">
            <a:r>
              <a:t/>
            </a:r>
          </a:p>
          <a:p xmlns:a="http://schemas.openxmlformats.org/drawingml/2006/main">
            <a:pPr algn="l">
              <a:defRPr sz="1350" b="0">
                <a:solidFill>
                  <a:srgbClr val="171827"/>
                </a:solidFill>
                <a:latin typeface="Segoe UI"/>
                <a:ea typeface="Segoe UI"/>
                <a:cs typeface="Segoe UI"/>
              </a:defRPr>
            </a:pPr>
            <a:r>
              <a:rPr sz="1350" b="0">
                <a:solidFill>
                  <a:srgbClr val="171827"/>
                </a:solidFill>
                <a:latin typeface="Segoe UI"/>
                <a:ea typeface="Segoe UI"/>
                <a:cs typeface="Segoe UI"/>
              </a:rPr>
              <a:t>3.  Search by name, change status filter, clear filters.</a:t>
            </a:r>
          </a:p>
          <a:p xmlns:a="http://schemas.openxmlformats.org/drawingml/2006/main">
            <a:r>
              <a:t/>
            </a:r>
          </a:p>
          <a:p xmlns:a="http://schemas.openxmlformats.org/drawingml/2006/main">
            <a:pPr algn="l">
              <a:defRPr sz="1350" b="0">
                <a:solidFill>
                  <a:srgbClr val="171827"/>
                </a:solidFill>
                <a:latin typeface="Segoe UI"/>
                <a:ea typeface="Segoe UI"/>
                <a:cs typeface="Segoe UI"/>
              </a:defRPr>
            </a:pPr>
            <a:r>
              <a:rPr sz="1350" b="0">
                <a:solidFill>
                  <a:srgbClr val="171827"/>
                </a:solidFill>
                <a:latin typeface="Segoe UI"/>
                <a:ea typeface="Segoe UI"/>
                <a:cs typeface="Segoe UI"/>
              </a:rPr>
              <a:t>4.  Change page size; try Next / First page when a cursor exists.</a:t>
            </a:r>
          </a:p>
        </p:txBody>
      </p:sp>
      <p:sp>
        <p:nvSpPr>
          <p:cNvPr id="10" name="">
            <a:extLst xmlns:a="http://schemas.openxmlformats.org/drawingml/2006/main">
              <a:ext uri="{FF2B5EF4-FFF2-40B4-BE49-F238E27FC236}">
                <a16:creationId xmlns:a16="http://schemas.microsoft.com/office/drawing/2014/main" id="{5647E35E-F5A0-47D0-AAAF-A75991C35983}"/>
              </a:ext>
            </a:extLst>
          </p:cNvPr>
          <p:cNvSpPr>
            <a:spLocks xmlns:a="http://schemas.openxmlformats.org/drawingml/2006/main" noGrp="1"/>
          </p:cNvSpPr>
          <p:nvPr/>
        </p:nvSpPr>
        <p:spPr>
          <a:xfrm xmlns:a="http://schemas.openxmlformats.org/drawingml/2006/main">
            <a:off x="6429375" y="2009775"/>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147D61"/>
                </a:solidFill>
                <a:latin typeface="Segoe UI"/>
                <a:ea typeface="Segoe UI"/>
                <a:cs typeface="Segoe UI"/>
              </a:defRPr>
            </a:defPPr>
            <a:lvl1pPr algn="l">
              <a:defRPr sz="900" b="1">
                <a:solidFill>
                  <a:srgbClr val="147D61"/>
                </a:solidFill>
                <a:latin typeface="Segoe UI"/>
                <a:ea typeface="Segoe UI"/>
                <a:cs typeface="Segoe UI"/>
              </a:defRPr>
            </a:lvl1pPr>
            <a:lvl2pPr algn="l">
              <a:defRPr sz="900" b="1">
                <a:solidFill>
                  <a:srgbClr val="147D61"/>
                </a:solidFill>
                <a:latin typeface="Segoe UI"/>
                <a:ea typeface="Segoe UI"/>
                <a:cs typeface="Segoe UI"/>
              </a:defRPr>
            </a:lvl2pPr>
            <a:lvl3pPr algn="l">
              <a:defRPr sz="900" b="1">
                <a:solidFill>
                  <a:srgbClr val="147D61"/>
                </a:solidFill>
                <a:latin typeface="Segoe UI"/>
                <a:ea typeface="Segoe UI"/>
                <a:cs typeface="Segoe UI"/>
              </a:defRPr>
            </a:lvl3pPr>
            <a:lvl4pPr algn="l">
              <a:defRPr sz="900" b="1">
                <a:solidFill>
                  <a:srgbClr val="147D61"/>
                </a:solidFill>
                <a:latin typeface="Segoe UI"/>
                <a:ea typeface="Segoe UI"/>
                <a:cs typeface="Segoe UI"/>
              </a:defRPr>
            </a:lvl4pPr>
            <a:lvl5pPr algn="l">
              <a:defRPr sz="900" b="1">
                <a:solidFill>
                  <a:srgbClr val="147D61"/>
                </a:solidFill>
                <a:latin typeface="Segoe UI"/>
                <a:ea typeface="Segoe UI"/>
                <a:cs typeface="Segoe UI"/>
              </a:defRPr>
            </a:lvl5pPr>
            <a:lvl6pPr algn="l">
              <a:defRPr sz="900" b="1">
                <a:solidFill>
                  <a:srgbClr val="147D61"/>
                </a:solidFill>
                <a:latin typeface="Segoe UI"/>
                <a:ea typeface="Segoe UI"/>
                <a:cs typeface="Segoe UI"/>
              </a:defRPr>
            </a:lvl6pPr>
            <a:lvl7pPr algn="l">
              <a:defRPr sz="900" b="1">
                <a:solidFill>
                  <a:srgbClr val="147D61"/>
                </a:solidFill>
                <a:latin typeface="Segoe UI"/>
                <a:ea typeface="Segoe UI"/>
                <a:cs typeface="Segoe UI"/>
              </a:defRPr>
            </a:lvl7pPr>
            <a:lvl8pPr algn="l">
              <a:defRPr sz="900" b="1">
                <a:solidFill>
                  <a:srgbClr val="147D61"/>
                </a:solidFill>
                <a:latin typeface="Segoe UI"/>
                <a:ea typeface="Segoe UI"/>
                <a:cs typeface="Segoe UI"/>
              </a:defRPr>
            </a:lvl8pPr>
            <a:lvl9pPr algn="l">
              <a:defRPr sz="900" b="1">
                <a:solidFill>
                  <a:srgbClr val="147D61"/>
                </a:solidFill>
                <a:latin typeface="Segoe UI"/>
                <a:ea typeface="Segoe UI"/>
                <a:cs typeface="Segoe UI"/>
              </a:defRPr>
            </a:lvl9pPr>
          </a:lstStyle>
          <a:p xmlns:a="http://schemas.openxmlformats.org/drawingml/2006/main">
            <a:pPr algn="l">
              <a:defRPr sz="900" b="1">
                <a:solidFill>
                  <a:srgbClr val="147D61"/>
                </a:solidFill>
                <a:latin typeface="Segoe UI"/>
                <a:ea typeface="Segoe UI"/>
                <a:cs typeface="Segoe UI"/>
              </a:defRPr>
            </a:pPr>
            <a:r>
              <a:rPr sz="900" b="1">
                <a:solidFill>
                  <a:srgbClr val="147D61"/>
                </a:solidFill>
                <a:latin typeface="Segoe UI"/>
                <a:ea typeface="Segoe UI"/>
                <a:cs typeface="Segoe UI"/>
              </a:rPr>
              <a:t>EXPECTED RESULT</a:t>
            </a:r>
          </a:p>
        </p:txBody>
      </p:sp>
      <p:sp>
        <p:nvSpPr>
          <p:cNvPr id="11" name="">
            <a:extLst xmlns:a="http://schemas.openxmlformats.org/drawingml/2006/main">
              <a:ext uri="{FF2B5EF4-FFF2-40B4-BE49-F238E27FC236}">
                <a16:creationId xmlns:a16="http://schemas.microsoft.com/office/drawing/2014/main" id="{A51E2D05-E003-4700-8743-F0AE08C7CCE3}"/>
              </a:ext>
            </a:extLst>
          </p:cNvPr>
          <p:cNvSpPr>
            <a:spLocks xmlns:a="http://schemas.openxmlformats.org/drawingml/2006/main" noGrp="1"/>
          </p:cNvSpPr>
          <p:nvPr/>
        </p:nvSpPr>
        <p:spPr>
          <a:xfrm xmlns:a="http://schemas.openxmlformats.org/drawingml/2006/main">
            <a:off x="6429375" y="2362200"/>
            <a:ext cx="495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71827"/>
                </a:solidFill>
                <a:latin typeface="Segoe UI"/>
                <a:ea typeface="Segoe UI"/>
                <a:cs typeface="Segoe UI"/>
              </a:defRPr>
            </a:defPPr>
            <a:lvl1pPr algn="l">
              <a:defRPr sz="1275" b="0">
                <a:solidFill>
                  <a:srgbClr val="171827"/>
                </a:solidFill>
                <a:latin typeface="Segoe UI"/>
                <a:ea typeface="Segoe UI"/>
                <a:cs typeface="Segoe UI"/>
              </a:defRPr>
            </a:lvl1pPr>
            <a:lvl2pPr algn="l">
              <a:defRPr sz="1275" b="0">
                <a:solidFill>
                  <a:srgbClr val="171827"/>
                </a:solidFill>
                <a:latin typeface="Segoe UI"/>
                <a:ea typeface="Segoe UI"/>
                <a:cs typeface="Segoe UI"/>
              </a:defRPr>
            </a:lvl2pPr>
            <a:lvl3pPr algn="l">
              <a:defRPr sz="1275" b="0">
                <a:solidFill>
                  <a:srgbClr val="171827"/>
                </a:solidFill>
                <a:latin typeface="Segoe UI"/>
                <a:ea typeface="Segoe UI"/>
                <a:cs typeface="Segoe UI"/>
              </a:defRPr>
            </a:lvl3pPr>
            <a:lvl4pPr algn="l">
              <a:defRPr sz="1275" b="0">
                <a:solidFill>
                  <a:srgbClr val="171827"/>
                </a:solidFill>
                <a:latin typeface="Segoe UI"/>
                <a:ea typeface="Segoe UI"/>
                <a:cs typeface="Segoe UI"/>
              </a:defRPr>
            </a:lvl4pPr>
            <a:lvl5pPr algn="l">
              <a:defRPr sz="1275" b="0">
                <a:solidFill>
                  <a:srgbClr val="171827"/>
                </a:solidFill>
                <a:latin typeface="Segoe UI"/>
                <a:ea typeface="Segoe UI"/>
                <a:cs typeface="Segoe UI"/>
              </a:defRPr>
            </a:lvl5pPr>
            <a:lvl6pPr algn="l">
              <a:defRPr sz="1275" b="0">
                <a:solidFill>
                  <a:srgbClr val="171827"/>
                </a:solidFill>
                <a:latin typeface="Segoe UI"/>
                <a:ea typeface="Segoe UI"/>
                <a:cs typeface="Segoe UI"/>
              </a:defRPr>
            </a:lvl6pPr>
            <a:lvl7pPr algn="l">
              <a:defRPr sz="1275" b="0">
                <a:solidFill>
                  <a:srgbClr val="171827"/>
                </a:solidFill>
                <a:latin typeface="Segoe UI"/>
                <a:ea typeface="Segoe UI"/>
                <a:cs typeface="Segoe UI"/>
              </a:defRPr>
            </a:lvl7pPr>
            <a:lvl8pPr algn="l">
              <a:defRPr sz="1275" b="0">
                <a:solidFill>
                  <a:srgbClr val="171827"/>
                </a:solidFill>
                <a:latin typeface="Segoe UI"/>
                <a:ea typeface="Segoe UI"/>
                <a:cs typeface="Segoe UI"/>
              </a:defRPr>
            </a:lvl8pPr>
            <a:lvl9pPr algn="l">
              <a:defRPr sz="1275" b="0">
                <a:solidFill>
                  <a:srgbClr val="171827"/>
                </a:solidFill>
                <a:latin typeface="Segoe UI"/>
                <a:ea typeface="Segoe UI"/>
                <a:cs typeface="Segoe UI"/>
              </a:defRPr>
            </a:lvl9pPr>
          </a:lstStyle>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  Expected: list loads and counts update from the API.</a:t>
            </a:r>
          </a:p>
          <a:p xmlns:a="http://schemas.openxmlformats.org/drawingml/2006/main">
            <a:r>
              <a:t/>
            </a:r>
          </a:p>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  Expected: a bad token shows an authorization error.</a:t>
            </a:r>
          </a:p>
          <a:p xmlns:a="http://schemas.openxmlformats.org/drawingml/2006/main">
            <a:r>
              <a:t/>
            </a:r>
          </a:p>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  Expected: clear filters restores the list.</a:t>
            </a:r>
          </a:p>
          <a:p xmlns:a="http://schemas.openxmlformats.org/drawingml/2006/main">
            <a:r>
              <a:t/>
            </a:r>
          </a:p>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  Expected: next is enabled only when another page exists.</a:t>
            </a:r>
          </a:p>
        </p:txBody>
      </p:sp>
    </p:spTree>
    <p:extLst>
      <p:ext uri="{BB962C8B-B14F-4D97-AF65-F5344CB8AC3E}">
        <p14:creationId xmlns:p14="http://schemas.microsoft.com/office/powerpoint/2010/main" val="1497169980"/>
      </p:ext>
    </p:extLst>
  </p:cSld>
</p:sld>
</file>

<file path=ppt/slides/slide7.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1989F6F-2F6B-4485-AA01-8030B0BBCE6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7F1D58-1DE6-429B-825A-E12A530D3039}"/>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MANUAL TEST 02</a:t>
            </a:r>
          </a:p>
        </p:txBody>
      </p:sp>
      <p:sp>
        <p:nvSpPr>
          <p:cNvPr id="3" name="">
            <a:extLst xmlns:a="http://schemas.openxmlformats.org/drawingml/2006/main">
              <a:ext uri="{FF2B5EF4-FFF2-40B4-BE49-F238E27FC236}">
                <a16:creationId xmlns:a16="http://schemas.microsoft.com/office/drawing/2014/main" id="{CD70BC07-242C-4562-B242-B2BF47AA2120}"/>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Build a rule, save it, then preview safely</a:t>
            </a:r>
          </a:p>
        </p:txBody>
      </p:sp>
      <p:sp>
        <p:nvSpPr>
          <p:cNvPr id="4" name="">
            <a:extLst xmlns:a="http://schemas.openxmlformats.org/drawingml/2006/main">
              <a:ext uri="{FF2B5EF4-FFF2-40B4-BE49-F238E27FC236}">
                <a16:creationId xmlns:a16="http://schemas.microsoft.com/office/drawing/2014/main" id="{4A7B93DC-EFCA-4CAF-9855-610584906ED9}"/>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Use a simple task-status rule so the live sample can be matched later.</a:t>
            </a:r>
          </a:p>
        </p:txBody>
      </p:sp>
      <p:sp>
        <p:nvSpPr>
          <p:cNvPr id="5" name="">
            <a:extLst xmlns:a="http://schemas.openxmlformats.org/drawingml/2006/main">
              <a:ext uri="{FF2B5EF4-FFF2-40B4-BE49-F238E27FC236}">
                <a16:creationId xmlns:a16="http://schemas.microsoft.com/office/drawing/2014/main" id="{CFC25576-4CAC-43AC-BAA6-AF971CA7B998}"/>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025588-A4CC-49B5-B261-318628F4D1E7}"/>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CD1AB5F5-37D5-4D0C-8ACB-8462EC3B47E3}"/>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07</a:t>
            </a:r>
          </a:p>
        </p:txBody>
      </p:sp>
      <p:sp>
        <p:nvSpPr>
          <p:cNvPr id="8" name="">
            <a:extLst xmlns:a="http://schemas.openxmlformats.org/drawingml/2006/main">
              <a:ext uri="{FF2B5EF4-FFF2-40B4-BE49-F238E27FC236}">
                <a16:creationId xmlns:a16="http://schemas.microsoft.com/office/drawing/2014/main" id="{8155450F-17D3-4FFD-B229-EDCBFF9BB4D5}"/>
              </a:ext>
            </a:extLst>
          </p:cNvPr>
          <p:cNvSpPr>
            <a:spLocks xmlns:a="http://schemas.openxmlformats.org/drawingml/2006/main" noGrp="1"/>
          </p:cNvSpPr>
          <p:nvPr/>
        </p:nvSpPr>
        <p:spPr>
          <a:xfrm xmlns:a="http://schemas.openxmlformats.org/drawingml/2006/main">
            <a:off x="781050" y="1962150"/>
            <a:ext cx="361950" cy="361950"/>
          </a:xfrm>
          <a:prstGeom xmlns:a="http://schemas.openxmlformats.org/drawingml/2006/main" prst="ellipse">
            <a:avLst/>
          </a:prstGeom>
          <a:solidFill xmlns:a="http://schemas.openxmlformats.org/drawingml/2006/main">
            <a:srgbClr val="EFEE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8D4A86-05A1-4087-A774-00B455AEA50B}"/>
              </a:ext>
            </a:extLst>
          </p:cNvPr>
          <p:cNvSpPr>
            <a:spLocks xmlns:a="http://schemas.openxmlformats.org/drawingml/2006/main" noGrp="1"/>
          </p:cNvSpPr>
          <p:nvPr/>
        </p:nvSpPr>
        <p:spPr>
          <a:xfrm xmlns:a="http://schemas.openxmlformats.org/drawingml/2006/main">
            <a:off x="781050" y="1962150"/>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655DEB"/>
                </a:solidFill>
                <a:latin typeface="Segoe UI"/>
                <a:ea typeface="Segoe UI"/>
                <a:cs typeface="Segoe UI"/>
              </a:defRPr>
            </a:defPPr>
            <a:lvl1pPr algn="ctr">
              <a:defRPr sz="1125" b="1">
                <a:solidFill>
                  <a:srgbClr val="655DEB"/>
                </a:solidFill>
                <a:latin typeface="Segoe UI"/>
                <a:ea typeface="Segoe UI"/>
                <a:cs typeface="Segoe UI"/>
              </a:defRPr>
            </a:lvl1pPr>
            <a:lvl2pPr algn="ctr">
              <a:defRPr sz="1125" b="1">
                <a:solidFill>
                  <a:srgbClr val="655DEB"/>
                </a:solidFill>
                <a:latin typeface="Segoe UI"/>
                <a:ea typeface="Segoe UI"/>
                <a:cs typeface="Segoe UI"/>
              </a:defRPr>
            </a:lvl2pPr>
            <a:lvl3pPr algn="ctr">
              <a:defRPr sz="1125" b="1">
                <a:solidFill>
                  <a:srgbClr val="655DEB"/>
                </a:solidFill>
                <a:latin typeface="Segoe UI"/>
                <a:ea typeface="Segoe UI"/>
                <a:cs typeface="Segoe UI"/>
              </a:defRPr>
            </a:lvl3pPr>
            <a:lvl4pPr algn="ctr">
              <a:defRPr sz="1125" b="1">
                <a:solidFill>
                  <a:srgbClr val="655DEB"/>
                </a:solidFill>
                <a:latin typeface="Segoe UI"/>
                <a:ea typeface="Segoe UI"/>
                <a:cs typeface="Segoe UI"/>
              </a:defRPr>
            </a:lvl4pPr>
            <a:lvl5pPr algn="ctr">
              <a:defRPr sz="1125" b="1">
                <a:solidFill>
                  <a:srgbClr val="655DEB"/>
                </a:solidFill>
                <a:latin typeface="Segoe UI"/>
                <a:ea typeface="Segoe UI"/>
                <a:cs typeface="Segoe UI"/>
              </a:defRPr>
            </a:lvl5pPr>
            <a:lvl6pPr algn="ctr">
              <a:defRPr sz="1125" b="1">
                <a:solidFill>
                  <a:srgbClr val="655DEB"/>
                </a:solidFill>
                <a:latin typeface="Segoe UI"/>
                <a:ea typeface="Segoe UI"/>
                <a:cs typeface="Segoe UI"/>
              </a:defRPr>
            </a:lvl6pPr>
            <a:lvl7pPr algn="ctr">
              <a:defRPr sz="1125" b="1">
                <a:solidFill>
                  <a:srgbClr val="655DEB"/>
                </a:solidFill>
                <a:latin typeface="Segoe UI"/>
                <a:ea typeface="Segoe UI"/>
                <a:cs typeface="Segoe UI"/>
              </a:defRPr>
            </a:lvl7pPr>
            <a:lvl8pPr algn="ctr">
              <a:defRPr sz="1125" b="1">
                <a:solidFill>
                  <a:srgbClr val="655DEB"/>
                </a:solidFill>
                <a:latin typeface="Segoe UI"/>
                <a:ea typeface="Segoe UI"/>
                <a:cs typeface="Segoe UI"/>
              </a:defRPr>
            </a:lvl8pPr>
            <a:lvl9pPr algn="ctr">
              <a:defRPr sz="1125" b="1">
                <a:solidFill>
                  <a:srgbClr val="655DEB"/>
                </a:solidFill>
                <a:latin typeface="Segoe UI"/>
                <a:ea typeface="Segoe UI"/>
                <a:cs typeface="Segoe UI"/>
              </a:defRPr>
            </a:lvl9pPr>
          </a:lstStyle>
          <a:p xmlns:a="http://schemas.openxmlformats.org/drawingml/2006/main">
            <a:pPr algn="ctr">
              <a:defRPr sz="1125" b="1">
                <a:solidFill>
                  <a:srgbClr val="655DEB"/>
                </a:solidFill>
                <a:latin typeface="Segoe UI"/>
                <a:ea typeface="Segoe UI"/>
                <a:cs typeface="Segoe UI"/>
              </a:defRPr>
            </a:pPr>
            <a:r>
              <a:rPr sz="1125" b="1">
                <a:solidFill>
                  <a:srgbClr val="655DEB"/>
                </a:solidFill>
                <a:latin typeface="Segoe UI"/>
                <a:ea typeface="Segoe UI"/>
                <a:cs typeface="Segoe UI"/>
              </a:rPr>
              <a:t>1</a:t>
            </a:r>
          </a:p>
        </p:txBody>
      </p:sp>
      <p:sp>
        <p:nvSpPr>
          <p:cNvPr id="10" name="">
            <a:extLst xmlns:a="http://schemas.openxmlformats.org/drawingml/2006/main">
              <a:ext uri="{FF2B5EF4-FFF2-40B4-BE49-F238E27FC236}">
                <a16:creationId xmlns:a16="http://schemas.microsoft.com/office/drawing/2014/main" id="{F9DB5B54-8607-4ECD-B7F0-F882474572B2}"/>
              </a:ext>
            </a:extLst>
          </p:cNvPr>
          <p:cNvSpPr>
            <a:spLocks xmlns:a="http://schemas.openxmlformats.org/drawingml/2006/main" noGrp="1"/>
          </p:cNvSpPr>
          <p:nvPr/>
        </p:nvSpPr>
        <p:spPr>
          <a:xfrm xmlns:a="http://schemas.openxmlformats.org/drawingml/2006/main">
            <a:off x="1381125" y="19240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71827"/>
                </a:solidFill>
                <a:latin typeface="Segoe UI"/>
                <a:ea typeface="Segoe UI"/>
                <a:cs typeface="Segoe UI"/>
              </a:defRPr>
            </a:defPPr>
            <a:lvl1pPr algn="l">
              <a:defRPr sz="1425" b="1">
                <a:solidFill>
                  <a:srgbClr val="171827"/>
                </a:solidFill>
                <a:latin typeface="Segoe UI"/>
                <a:ea typeface="Segoe UI"/>
                <a:cs typeface="Segoe UI"/>
              </a:defRPr>
            </a:lvl1pPr>
            <a:lvl2pPr algn="l">
              <a:defRPr sz="1425" b="1">
                <a:solidFill>
                  <a:srgbClr val="171827"/>
                </a:solidFill>
                <a:latin typeface="Segoe UI"/>
                <a:ea typeface="Segoe UI"/>
                <a:cs typeface="Segoe UI"/>
              </a:defRPr>
            </a:lvl2pPr>
            <a:lvl3pPr algn="l">
              <a:defRPr sz="1425" b="1">
                <a:solidFill>
                  <a:srgbClr val="171827"/>
                </a:solidFill>
                <a:latin typeface="Segoe UI"/>
                <a:ea typeface="Segoe UI"/>
                <a:cs typeface="Segoe UI"/>
              </a:defRPr>
            </a:lvl3pPr>
            <a:lvl4pPr algn="l">
              <a:defRPr sz="1425" b="1">
                <a:solidFill>
                  <a:srgbClr val="171827"/>
                </a:solidFill>
                <a:latin typeface="Segoe UI"/>
                <a:ea typeface="Segoe UI"/>
                <a:cs typeface="Segoe UI"/>
              </a:defRPr>
            </a:lvl4pPr>
            <a:lvl5pPr algn="l">
              <a:defRPr sz="1425" b="1">
                <a:solidFill>
                  <a:srgbClr val="171827"/>
                </a:solidFill>
                <a:latin typeface="Segoe UI"/>
                <a:ea typeface="Segoe UI"/>
                <a:cs typeface="Segoe UI"/>
              </a:defRPr>
            </a:lvl5pPr>
            <a:lvl6pPr algn="l">
              <a:defRPr sz="1425" b="1">
                <a:solidFill>
                  <a:srgbClr val="171827"/>
                </a:solidFill>
                <a:latin typeface="Segoe UI"/>
                <a:ea typeface="Segoe UI"/>
                <a:cs typeface="Segoe UI"/>
              </a:defRPr>
            </a:lvl6pPr>
            <a:lvl7pPr algn="l">
              <a:defRPr sz="1425" b="1">
                <a:solidFill>
                  <a:srgbClr val="171827"/>
                </a:solidFill>
                <a:latin typeface="Segoe UI"/>
                <a:ea typeface="Segoe UI"/>
                <a:cs typeface="Segoe UI"/>
              </a:defRPr>
            </a:lvl7pPr>
            <a:lvl8pPr algn="l">
              <a:defRPr sz="1425" b="1">
                <a:solidFill>
                  <a:srgbClr val="171827"/>
                </a:solidFill>
                <a:latin typeface="Segoe UI"/>
                <a:ea typeface="Segoe UI"/>
                <a:cs typeface="Segoe UI"/>
              </a:defRPr>
            </a:lvl8pPr>
            <a:lvl9pPr algn="l">
              <a:defRPr sz="1425" b="1">
                <a:solidFill>
                  <a:srgbClr val="171827"/>
                </a:solidFill>
                <a:latin typeface="Segoe UI"/>
                <a:ea typeface="Segoe UI"/>
                <a:cs typeface="Segoe UI"/>
              </a:defRPr>
            </a:lvl9pPr>
          </a:lstStyle>
          <a:p xmlns:a="http://schemas.openxmlformats.org/drawingml/2006/main">
            <a:pPr algn="l">
              <a:defRPr sz="1425" b="1">
                <a:solidFill>
                  <a:srgbClr val="171827"/>
                </a:solidFill>
                <a:latin typeface="Segoe UI"/>
                <a:ea typeface="Segoe UI"/>
                <a:cs typeface="Segoe UI"/>
              </a:defRPr>
            </a:pPr>
            <a:r>
              <a:rPr sz="1425" b="1">
                <a:solidFill>
                  <a:srgbClr val="171827"/>
                </a:solidFill>
                <a:latin typeface="Segoe UI"/>
                <a:ea typeface="Segoe UI"/>
                <a:cs typeface="Segoe UI"/>
              </a:rPr>
              <a:t>Create</a:t>
            </a:r>
          </a:p>
        </p:txBody>
      </p:sp>
      <p:sp>
        <p:nvSpPr>
          <p:cNvPr id="11" name="">
            <a:extLst xmlns:a="http://schemas.openxmlformats.org/drawingml/2006/main">
              <a:ext uri="{FF2B5EF4-FFF2-40B4-BE49-F238E27FC236}">
                <a16:creationId xmlns:a16="http://schemas.microsoft.com/office/drawing/2014/main" id="{5B800244-BAD9-4636-87DC-92849407EA19}"/>
              </a:ext>
            </a:extLst>
          </p:cNvPr>
          <p:cNvSpPr>
            <a:spLocks xmlns:a="http://schemas.openxmlformats.org/drawingml/2006/main" noGrp="1"/>
          </p:cNvSpPr>
          <p:nvPr/>
        </p:nvSpPr>
        <p:spPr>
          <a:xfrm xmlns:a="http://schemas.openxmlformats.org/drawingml/2006/main">
            <a:off x="3190875" y="1924050"/>
            <a:ext cx="7858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Open Create automation. Add a clear name, supported trigger, condition, and notification action.</a:t>
            </a:r>
          </a:p>
        </p:txBody>
      </p:sp>
      <p:sp>
        <p:nvSpPr>
          <p:cNvPr id="12" name="">
            <a:extLst xmlns:a="http://schemas.openxmlformats.org/drawingml/2006/main">
              <a:ext uri="{FF2B5EF4-FFF2-40B4-BE49-F238E27FC236}">
                <a16:creationId xmlns:a16="http://schemas.microsoft.com/office/drawing/2014/main" id="{99E2BAA4-0A99-4C63-A5B3-93D207A25AFA}"/>
              </a:ext>
            </a:extLst>
          </p:cNvPr>
          <p:cNvSpPr>
            <a:spLocks xmlns:a="http://schemas.openxmlformats.org/drawingml/2006/main" noGrp="1"/>
          </p:cNvSpPr>
          <p:nvPr/>
        </p:nvSpPr>
        <p:spPr>
          <a:xfrm xmlns:a="http://schemas.openxmlformats.org/drawingml/2006/main">
            <a:off x="952500" y="2362200"/>
            <a:ext cx="19050" cy="457200"/>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7E404F1-7424-4A8D-9D0C-2C25DE06A322}"/>
              </a:ext>
            </a:extLst>
          </p:cNvPr>
          <p:cNvSpPr>
            <a:spLocks xmlns:a="http://schemas.openxmlformats.org/drawingml/2006/main" noGrp="1"/>
          </p:cNvSpPr>
          <p:nvPr/>
        </p:nvSpPr>
        <p:spPr>
          <a:xfrm xmlns:a="http://schemas.openxmlformats.org/drawingml/2006/main">
            <a:off x="781050" y="2905125"/>
            <a:ext cx="361950" cy="361950"/>
          </a:xfrm>
          <a:prstGeom xmlns:a="http://schemas.openxmlformats.org/drawingml/2006/main" prst="ellipse">
            <a:avLst/>
          </a:prstGeom>
          <a:solidFill xmlns:a="http://schemas.openxmlformats.org/drawingml/2006/main">
            <a:srgbClr val="EFEE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6BF1C64-B892-440B-B76F-08D2EB435E4D}"/>
              </a:ext>
            </a:extLst>
          </p:cNvPr>
          <p:cNvSpPr>
            <a:spLocks xmlns:a="http://schemas.openxmlformats.org/drawingml/2006/main" noGrp="1"/>
          </p:cNvSpPr>
          <p:nvPr/>
        </p:nvSpPr>
        <p:spPr>
          <a:xfrm xmlns:a="http://schemas.openxmlformats.org/drawingml/2006/main">
            <a:off x="781050" y="290512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655DEB"/>
                </a:solidFill>
                <a:latin typeface="Segoe UI"/>
                <a:ea typeface="Segoe UI"/>
                <a:cs typeface="Segoe UI"/>
              </a:defRPr>
            </a:defPPr>
            <a:lvl1pPr algn="ctr">
              <a:defRPr sz="1125" b="1">
                <a:solidFill>
                  <a:srgbClr val="655DEB"/>
                </a:solidFill>
                <a:latin typeface="Segoe UI"/>
                <a:ea typeface="Segoe UI"/>
                <a:cs typeface="Segoe UI"/>
              </a:defRPr>
            </a:lvl1pPr>
            <a:lvl2pPr algn="ctr">
              <a:defRPr sz="1125" b="1">
                <a:solidFill>
                  <a:srgbClr val="655DEB"/>
                </a:solidFill>
                <a:latin typeface="Segoe UI"/>
                <a:ea typeface="Segoe UI"/>
                <a:cs typeface="Segoe UI"/>
              </a:defRPr>
            </a:lvl2pPr>
            <a:lvl3pPr algn="ctr">
              <a:defRPr sz="1125" b="1">
                <a:solidFill>
                  <a:srgbClr val="655DEB"/>
                </a:solidFill>
                <a:latin typeface="Segoe UI"/>
                <a:ea typeface="Segoe UI"/>
                <a:cs typeface="Segoe UI"/>
              </a:defRPr>
            </a:lvl3pPr>
            <a:lvl4pPr algn="ctr">
              <a:defRPr sz="1125" b="1">
                <a:solidFill>
                  <a:srgbClr val="655DEB"/>
                </a:solidFill>
                <a:latin typeface="Segoe UI"/>
                <a:ea typeface="Segoe UI"/>
                <a:cs typeface="Segoe UI"/>
              </a:defRPr>
            </a:lvl4pPr>
            <a:lvl5pPr algn="ctr">
              <a:defRPr sz="1125" b="1">
                <a:solidFill>
                  <a:srgbClr val="655DEB"/>
                </a:solidFill>
                <a:latin typeface="Segoe UI"/>
                <a:ea typeface="Segoe UI"/>
                <a:cs typeface="Segoe UI"/>
              </a:defRPr>
            </a:lvl5pPr>
            <a:lvl6pPr algn="ctr">
              <a:defRPr sz="1125" b="1">
                <a:solidFill>
                  <a:srgbClr val="655DEB"/>
                </a:solidFill>
                <a:latin typeface="Segoe UI"/>
                <a:ea typeface="Segoe UI"/>
                <a:cs typeface="Segoe UI"/>
              </a:defRPr>
            </a:lvl6pPr>
            <a:lvl7pPr algn="ctr">
              <a:defRPr sz="1125" b="1">
                <a:solidFill>
                  <a:srgbClr val="655DEB"/>
                </a:solidFill>
                <a:latin typeface="Segoe UI"/>
                <a:ea typeface="Segoe UI"/>
                <a:cs typeface="Segoe UI"/>
              </a:defRPr>
            </a:lvl7pPr>
            <a:lvl8pPr algn="ctr">
              <a:defRPr sz="1125" b="1">
                <a:solidFill>
                  <a:srgbClr val="655DEB"/>
                </a:solidFill>
                <a:latin typeface="Segoe UI"/>
                <a:ea typeface="Segoe UI"/>
                <a:cs typeface="Segoe UI"/>
              </a:defRPr>
            </a:lvl8pPr>
            <a:lvl9pPr algn="ctr">
              <a:defRPr sz="1125" b="1">
                <a:solidFill>
                  <a:srgbClr val="655DEB"/>
                </a:solidFill>
                <a:latin typeface="Segoe UI"/>
                <a:ea typeface="Segoe UI"/>
                <a:cs typeface="Segoe UI"/>
              </a:defRPr>
            </a:lvl9pPr>
          </a:lstStyle>
          <a:p xmlns:a="http://schemas.openxmlformats.org/drawingml/2006/main">
            <a:pPr algn="ctr">
              <a:defRPr sz="1125" b="1">
                <a:solidFill>
                  <a:srgbClr val="655DEB"/>
                </a:solidFill>
                <a:latin typeface="Segoe UI"/>
                <a:ea typeface="Segoe UI"/>
                <a:cs typeface="Segoe UI"/>
              </a:defRPr>
            </a:pPr>
            <a:r>
              <a:rPr sz="1125" b="1">
                <a:solidFill>
                  <a:srgbClr val="655DEB"/>
                </a:solidFill>
                <a:latin typeface="Segoe UI"/>
                <a:ea typeface="Segoe UI"/>
                <a:cs typeface="Segoe UI"/>
              </a:rPr>
              <a:t>2</a:t>
            </a:r>
          </a:p>
        </p:txBody>
      </p:sp>
      <p:sp>
        <p:nvSpPr>
          <p:cNvPr id="15" name="">
            <a:extLst xmlns:a="http://schemas.openxmlformats.org/drawingml/2006/main">
              <a:ext uri="{FF2B5EF4-FFF2-40B4-BE49-F238E27FC236}">
                <a16:creationId xmlns:a16="http://schemas.microsoft.com/office/drawing/2014/main" id="{19A97368-75F9-45B8-A4E6-C9A4C4FDDB93}"/>
              </a:ext>
            </a:extLst>
          </p:cNvPr>
          <p:cNvSpPr>
            <a:spLocks xmlns:a="http://schemas.openxmlformats.org/drawingml/2006/main" noGrp="1"/>
          </p:cNvSpPr>
          <p:nvPr/>
        </p:nvSpPr>
        <p:spPr>
          <a:xfrm xmlns:a="http://schemas.openxmlformats.org/drawingml/2006/main">
            <a:off x="1381125" y="28670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71827"/>
                </a:solidFill>
                <a:latin typeface="Segoe UI"/>
                <a:ea typeface="Segoe UI"/>
                <a:cs typeface="Segoe UI"/>
              </a:defRPr>
            </a:defPPr>
            <a:lvl1pPr algn="l">
              <a:defRPr sz="1425" b="1">
                <a:solidFill>
                  <a:srgbClr val="171827"/>
                </a:solidFill>
                <a:latin typeface="Segoe UI"/>
                <a:ea typeface="Segoe UI"/>
                <a:cs typeface="Segoe UI"/>
              </a:defRPr>
            </a:lvl1pPr>
            <a:lvl2pPr algn="l">
              <a:defRPr sz="1425" b="1">
                <a:solidFill>
                  <a:srgbClr val="171827"/>
                </a:solidFill>
                <a:latin typeface="Segoe UI"/>
                <a:ea typeface="Segoe UI"/>
                <a:cs typeface="Segoe UI"/>
              </a:defRPr>
            </a:lvl2pPr>
            <a:lvl3pPr algn="l">
              <a:defRPr sz="1425" b="1">
                <a:solidFill>
                  <a:srgbClr val="171827"/>
                </a:solidFill>
                <a:latin typeface="Segoe UI"/>
                <a:ea typeface="Segoe UI"/>
                <a:cs typeface="Segoe UI"/>
              </a:defRPr>
            </a:lvl3pPr>
            <a:lvl4pPr algn="l">
              <a:defRPr sz="1425" b="1">
                <a:solidFill>
                  <a:srgbClr val="171827"/>
                </a:solidFill>
                <a:latin typeface="Segoe UI"/>
                <a:ea typeface="Segoe UI"/>
                <a:cs typeface="Segoe UI"/>
              </a:defRPr>
            </a:lvl4pPr>
            <a:lvl5pPr algn="l">
              <a:defRPr sz="1425" b="1">
                <a:solidFill>
                  <a:srgbClr val="171827"/>
                </a:solidFill>
                <a:latin typeface="Segoe UI"/>
                <a:ea typeface="Segoe UI"/>
                <a:cs typeface="Segoe UI"/>
              </a:defRPr>
            </a:lvl5pPr>
            <a:lvl6pPr algn="l">
              <a:defRPr sz="1425" b="1">
                <a:solidFill>
                  <a:srgbClr val="171827"/>
                </a:solidFill>
                <a:latin typeface="Segoe UI"/>
                <a:ea typeface="Segoe UI"/>
                <a:cs typeface="Segoe UI"/>
              </a:defRPr>
            </a:lvl6pPr>
            <a:lvl7pPr algn="l">
              <a:defRPr sz="1425" b="1">
                <a:solidFill>
                  <a:srgbClr val="171827"/>
                </a:solidFill>
                <a:latin typeface="Segoe UI"/>
                <a:ea typeface="Segoe UI"/>
                <a:cs typeface="Segoe UI"/>
              </a:defRPr>
            </a:lvl7pPr>
            <a:lvl8pPr algn="l">
              <a:defRPr sz="1425" b="1">
                <a:solidFill>
                  <a:srgbClr val="171827"/>
                </a:solidFill>
                <a:latin typeface="Segoe UI"/>
                <a:ea typeface="Segoe UI"/>
                <a:cs typeface="Segoe UI"/>
              </a:defRPr>
            </a:lvl8pPr>
            <a:lvl9pPr algn="l">
              <a:defRPr sz="1425" b="1">
                <a:solidFill>
                  <a:srgbClr val="171827"/>
                </a:solidFill>
                <a:latin typeface="Segoe UI"/>
                <a:ea typeface="Segoe UI"/>
                <a:cs typeface="Segoe UI"/>
              </a:defRPr>
            </a:lvl9pPr>
          </a:lstStyle>
          <a:p xmlns:a="http://schemas.openxmlformats.org/drawingml/2006/main">
            <a:pPr algn="l">
              <a:defRPr sz="1425" b="1">
                <a:solidFill>
                  <a:srgbClr val="171827"/>
                </a:solidFill>
                <a:latin typeface="Segoe UI"/>
                <a:ea typeface="Segoe UI"/>
                <a:cs typeface="Segoe UI"/>
              </a:defRPr>
            </a:pPr>
            <a:r>
              <a:rPr sz="1425" b="1">
                <a:solidFill>
                  <a:srgbClr val="171827"/>
                </a:solidFill>
                <a:latin typeface="Segoe UI"/>
                <a:ea typeface="Segoe UI"/>
                <a:cs typeface="Segoe UI"/>
              </a:rPr>
              <a:t>Save</a:t>
            </a:r>
          </a:p>
        </p:txBody>
      </p:sp>
      <p:sp>
        <p:nvSpPr>
          <p:cNvPr id="16" name="">
            <a:extLst xmlns:a="http://schemas.openxmlformats.org/drawingml/2006/main">
              <a:ext uri="{FF2B5EF4-FFF2-40B4-BE49-F238E27FC236}">
                <a16:creationId xmlns:a16="http://schemas.microsoft.com/office/drawing/2014/main" id="{6C3FF185-2E53-46AB-8E19-42EA30679153}"/>
              </a:ext>
            </a:extLst>
          </p:cNvPr>
          <p:cNvSpPr>
            <a:spLocks xmlns:a="http://schemas.openxmlformats.org/drawingml/2006/main" noGrp="1"/>
          </p:cNvSpPr>
          <p:nvPr/>
        </p:nvSpPr>
        <p:spPr>
          <a:xfrm xmlns:a="http://schemas.openxmlformats.org/drawingml/2006/main">
            <a:off x="3190875" y="2867025"/>
            <a:ext cx="7858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Save draft. Confirm the saved state and revision; reload and confirm the draft remains.</a:t>
            </a:r>
          </a:p>
        </p:txBody>
      </p:sp>
      <p:sp>
        <p:nvSpPr>
          <p:cNvPr id="17" name="">
            <a:extLst xmlns:a="http://schemas.openxmlformats.org/drawingml/2006/main">
              <a:ext uri="{FF2B5EF4-FFF2-40B4-BE49-F238E27FC236}">
                <a16:creationId xmlns:a16="http://schemas.microsoft.com/office/drawing/2014/main" id="{5D3E1560-07A2-4CBF-B5EE-9FB38DACAF78}"/>
              </a:ext>
            </a:extLst>
          </p:cNvPr>
          <p:cNvSpPr>
            <a:spLocks xmlns:a="http://schemas.openxmlformats.org/drawingml/2006/main" noGrp="1"/>
          </p:cNvSpPr>
          <p:nvPr/>
        </p:nvSpPr>
        <p:spPr>
          <a:xfrm xmlns:a="http://schemas.openxmlformats.org/drawingml/2006/main">
            <a:off x="952500" y="3305175"/>
            <a:ext cx="19050" cy="457200"/>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AFBDD30-7CDB-4154-810D-5CCA15BD68CB}"/>
              </a:ext>
            </a:extLst>
          </p:cNvPr>
          <p:cNvSpPr>
            <a:spLocks xmlns:a="http://schemas.openxmlformats.org/drawingml/2006/main" noGrp="1"/>
          </p:cNvSpPr>
          <p:nvPr/>
        </p:nvSpPr>
        <p:spPr>
          <a:xfrm xmlns:a="http://schemas.openxmlformats.org/drawingml/2006/main">
            <a:off x="781050" y="3848100"/>
            <a:ext cx="361950" cy="361950"/>
          </a:xfrm>
          <a:prstGeom xmlns:a="http://schemas.openxmlformats.org/drawingml/2006/main" prst="ellipse">
            <a:avLst/>
          </a:prstGeom>
          <a:solidFill xmlns:a="http://schemas.openxmlformats.org/drawingml/2006/main">
            <a:srgbClr val="EFEE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A6A7EC7-9DED-4EC4-AD30-66FBDB66B6FE}"/>
              </a:ext>
            </a:extLst>
          </p:cNvPr>
          <p:cNvSpPr>
            <a:spLocks xmlns:a="http://schemas.openxmlformats.org/drawingml/2006/main" noGrp="1"/>
          </p:cNvSpPr>
          <p:nvPr/>
        </p:nvSpPr>
        <p:spPr>
          <a:xfrm xmlns:a="http://schemas.openxmlformats.org/drawingml/2006/main">
            <a:off x="781050" y="3848100"/>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655DEB"/>
                </a:solidFill>
                <a:latin typeface="Segoe UI"/>
                <a:ea typeface="Segoe UI"/>
                <a:cs typeface="Segoe UI"/>
              </a:defRPr>
            </a:defPPr>
            <a:lvl1pPr algn="ctr">
              <a:defRPr sz="1125" b="1">
                <a:solidFill>
                  <a:srgbClr val="655DEB"/>
                </a:solidFill>
                <a:latin typeface="Segoe UI"/>
                <a:ea typeface="Segoe UI"/>
                <a:cs typeface="Segoe UI"/>
              </a:defRPr>
            </a:lvl1pPr>
            <a:lvl2pPr algn="ctr">
              <a:defRPr sz="1125" b="1">
                <a:solidFill>
                  <a:srgbClr val="655DEB"/>
                </a:solidFill>
                <a:latin typeface="Segoe UI"/>
                <a:ea typeface="Segoe UI"/>
                <a:cs typeface="Segoe UI"/>
              </a:defRPr>
            </a:lvl2pPr>
            <a:lvl3pPr algn="ctr">
              <a:defRPr sz="1125" b="1">
                <a:solidFill>
                  <a:srgbClr val="655DEB"/>
                </a:solidFill>
                <a:latin typeface="Segoe UI"/>
                <a:ea typeface="Segoe UI"/>
                <a:cs typeface="Segoe UI"/>
              </a:defRPr>
            </a:lvl3pPr>
            <a:lvl4pPr algn="ctr">
              <a:defRPr sz="1125" b="1">
                <a:solidFill>
                  <a:srgbClr val="655DEB"/>
                </a:solidFill>
                <a:latin typeface="Segoe UI"/>
                <a:ea typeface="Segoe UI"/>
                <a:cs typeface="Segoe UI"/>
              </a:defRPr>
            </a:lvl4pPr>
            <a:lvl5pPr algn="ctr">
              <a:defRPr sz="1125" b="1">
                <a:solidFill>
                  <a:srgbClr val="655DEB"/>
                </a:solidFill>
                <a:latin typeface="Segoe UI"/>
                <a:ea typeface="Segoe UI"/>
                <a:cs typeface="Segoe UI"/>
              </a:defRPr>
            </a:lvl5pPr>
            <a:lvl6pPr algn="ctr">
              <a:defRPr sz="1125" b="1">
                <a:solidFill>
                  <a:srgbClr val="655DEB"/>
                </a:solidFill>
                <a:latin typeface="Segoe UI"/>
                <a:ea typeface="Segoe UI"/>
                <a:cs typeface="Segoe UI"/>
              </a:defRPr>
            </a:lvl6pPr>
            <a:lvl7pPr algn="ctr">
              <a:defRPr sz="1125" b="1">
                <a:solidFill>
                  <a:srgbClr val="655DEB"/>
                </a:solidFill>
                <a:latin typeface="Segoe UI"/>
                <a:ea typeface="Segoe UI"/>
                <a:cs typeface="Segoe UI"/>
              </a:defRPr>
            </a:lvl7pPr>
            <a:lvl8pPr algn="ctr">
              <a:defRPr sz="1125" b="1">
                <a:solidFill>
                  <a:srgbClr val="655DEB"/>
                </a:solidFill>
                <a:latin typeface="Segoe UI"/>
                <a:ea typeface="Segoe UI"/>
                <a:cs typeface="Segoe UI"/>
              </a:defRPr>
            </a:lvl8pPr>
            <a:lvl9pPr algn="ctr">
              <a:defRPr sz="1125" b="1">
                <a:solidFill>
                  <a:srgbClr val="655DEB"/>
                </a:solidFill>
                <a:latin typeface="Segoe UI"/>
                <a:ea typeface="Segoe UI"/>
                <a:cs typeface="Segoe UI"/>
              </a:defRPr>
            </a:lvl9pPr>
          </a:lstStyle>
          <a:p xmlns:a="http://schemas.openxmlformats.org/drawingml/2006/main">
            <a:pPr algn="ctr">
              <a:defRPr sz="1125" b="1">
                <a:solidFill>
                  <a:srgbClr val="655DEB"/>
                </a:solidFill>
                <a:latin typeface="Segoe UI"/>
                <a:ea typeface="Segoe UI"/>
                <a:cs typeface="Segoe UI"/>
              </a:defRPr>
            </a:pPr>
            <a:r>
              <a:rPr sz="1125" b="1">
                <a:solidFill>
                  <a:srgbClr val="655DEB"/>
                </a:solidFill>
                <a:latin typeface="Segoe UI"/>
                <a:ea typeface="Segoe UI"/>
                <a:cs typeface="Segoe UI"/>
              </a:rPr>
              <a:t>3</a:t>
            </a:r>
          </a:p>
        </p:txBody>
      </p:sp>
      <p:sp>
        <p:nvSpPr>
          <p:cNvPr id="20" name="">
            <a:extLst xmlns:a="http://schemas.openxmlformats.org/drawingml/2006/main">
              <a:ext uri="{FF2B5EF4-FFF2-40B4-BE49-F238E27FC236}">
                <a16:creationId xmlns:a16="http://schemas.microsoft.com/office/drawing/2014/main" id="{30C453B5-A69B-49CF-B8F2-B375ACE0D331}"/>
              </a:ext>
            </a:extLst>
          </p:cNvPr>
          <p:cNvSpPr>
            <a:spLocks xmlns:a="http://schemas.openxmlformats.org/drawingml/2006/main" noGrp="1"/>
          </p:cNvSpPr>
          <p:nvPr/>
        </p:nvSpPr>
        <p:spPr>
          <a:xfrm xmlns:a="http://schemas.openxmlformats.org/drawingml/2006/main">
            <a:off x="1381125" y="38100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71827"/>
                </a:solidFill>
                <a:latin typeface="Segoe UI"/>
                <a:ea typeface="Segoe UI"/>
                <a:cs typeface="Segoe UI"/>
              </a:defRPr>
            </a:defPPr>
            <a:lvl1pPr algn="l">
              <a:defRPr sz="1425" b="1">
                <a:solidFill>
                  <a:srgbClr val="171827"/>
                </a:solidFill>
                <a:latin typeface="Segoe UI"/>
                <a:ea typeface="Segoe UI"/>
                <a:cs typeface="Segoe UI"/>
              </a:defRPr>
            </a:lvl1pPr>
            <a:lvl2pPr algn="l">
              <a:defRPr sz="1425" b="1">
                <a:solidFill>
                  <a:srgbClr val="171827"/>
                </a:solidFill>
                <a:latin typeface="Segoe UI"/>
                <a:ea typeface="Segoe UI"/>
                <a:cs typeface="Segoe UI"/>
              </a:defRPr>
            </a:lvl2pPr>
            <a:lvl3pPr algn="l">
              <a:defRPr sz="1425" b="1">
                <a:solidFill>
                  <a:srgbClr val="171827"/>
                </a:solidFill>
                <a:latin typeface="Segoe UI"/>
                <a:ea typeface="Segoe UI"/>
                <a:cs typeface="Segoe UI"/>
              </a:defRPr>
            </a:lvl3pPr>
            <a:lvl4pPr algn="l">
              <a:defRPr sz="1425" b="1">
                <a:solidFill>
                  <a:srgbClr val="171827"/>
                </a:solidFill>
                <a:latin typeface="Segoe UI"/>
                <a:ea typeface="Segoe UI"/>
                <a:cs typeface="Segoe UI"/>
              </a:defRPr>
            </a:lvl4pPr>
            <a:lvl5pPr algn="l">
              <a:defRPr sz="1425" b="1">
                <a:solidFill>
                  <a:srgbClr val="171827"/>
                </a:solidFill>
                <a:latin typeface="Segoe UI"/>
                <a:ea typeface="Segoe UI"/>
                <a:cs typeface="Segoe UI"/>
              </a:defRPr>
            </a:lvl5pPr>
            <a:lvl6pPr algn="l">
              <a:defRPr sz="1425" b="1">
                <a:solidFill>
                  <a:srgbClr val="171827"/>
                </a:solidFill>
                <a:latin typeface="Segoe UI"/>
                <a:ea typeface="Segoe UI"/>
                <a:cs typeface="Segoe UI"/>
              </a:defRPr>
            </a:lvl6pPr>
            <a:lvl7pPr algn="l">
              <a:defRPr sz="1425" b="1">
                <a:solidFill>
                  <a:srgbClr val="171827"/>
                </a:solidFill>
                <a:latin typeface="Segoe UI"/>
                <a:ea typeface="Segoe UI"/>
                <a:cs typeface="Segoe UI"/>
              </a:defRPr>
            </a:lvl7pPr>
            <a:lvl8pPr algn="l">
              <a:defRPr sz="1425" b="1">
                <a:solidFill>
                  <a:srgbClr val="171827"/>
                </a:solidFill>
                <a:latin typeface="Segoe UI"/>
                <a:ea typeface="Segoe UI"/>
                <a:cs typeface="Segoe UI"/>
              </a:defRPr>
            </a:lvl8pPr>
            <a:lvl9pPr algn="l">
              <a:defRPr sz="1425" b="1">
                <a:solidFill>
                  <a:srgbClr val="171827"/>
                </a:solidFill>
                <a:latin typeface="Segoe UI"/>
                <a:ea typeface="Segoe UI"/>
                <a:cs typeface="Segoe UI"/>
              </a:defRPr>
            </a:lvl9pPr>
          </a:lstStyle>
          <a:p xmlns:a="http://schemas.openxmlformats.org/drawingml/2006/main">
            <a:pPr algn="l">
              <a:defRPr sz="1425" b="1">
                <a:solidFill>
                  <a:srgbClr val="171827"/>
                </a:solidFill>
                <a:latin typeface="Segoe UI"/>
                <a:ea typeface="Segoe UI"/>
                <a:cs typeface="Segoe UI"/>
              </a:defRPr>
            </a:pPr>
            <a:r>
              <a:rPr sz="1425" b="1">
                <a:solidFill>
                  <a:srgbClr val="171827"/>
                </a:solidFill>
                <a:latin typeface="Segoe UI"/>
                <a:ea typeface="Segoe UI"/>
                <a:cs typeface="Segoe UI"/>
              </a:rPr>
              <a:t>Preview</a:t>
            </a:r>
          </a:p>
        </p:txBody>
      </p:sp>
      <p:sp>
        <p:nvSpPr>
          <p:cNvPr id="21" name="">
            <a:extLst xmlns:a="http://schemas.openxmlformats.org/drawingml/2006/main">
              <a:ext uri="{FF2B5EF4-FFF2-40B4-BE49-F238E27FC236}">
                <a16:creationId xmlns:a16="http://schemas.microsoft.com/office/drawing/2014/main" id="{553EBA92-CFE1-41B1-B108-8060C8EC757F}"/>
              </a:ext>
            </a:extLst>
          </p:cNvPr>
          <p:cNvSpPr>
            <a:spLocks xmlns:a="http://schemas.openxmlformats.org/drawingml/2006/main" noGrp="1"/>
          </p:cNvSpPr>
          <p:nvPr/>
        </p:nvSpPr>
        <p:spPr>
          <a:xfrm xmlns:a="http://schemas.openxmlformats.org/drawingml/2006/main">
            <a:off x="3190875" y="3810000"/>
            <a:ext cx="7858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Use task.status = completed. Preview conditions and inspect the match result.</a:t>
            </a:r>
          </a:p>
        </p:txBody>
      </p:sp>
      <p:sp>
        <p:nvSpPr>
          <p:cNvPr id="22" name="">
            <a:extLst xmlns:a="http://schemas.openxmlformats.org/drawingml/2006/main">
              <a:ext uri="{FF2B5EF4-FFF2-40B4-BE49-F238E27FC236}">
                <a16:creationId xmlns:a16="http://schemas.microsoft.com/office/drawing/2014/main" id="{A405256B-0D12-4F86-9158-40BF2616ADED}"/>
              </a:ext>
            </a:extLst>
          </p:cNvPr>
          <p:cNvSpPr>
            <a:spLocks xmlns:a="http://schemas.openxmlformats.org/drawingml/2006/main" noGrp="1"/>
          </p:cNvSpPr>
          <p:nvPr/>
        </p:nvSpPr>
        <p:spPr>
          <a:xfrm xmlns:a="http://schemas.openxmlformats.org/drawingml/2006/main">
            <a:off x="952500" y="4248150"/>
            <a:ext cx="19050" cy="457200"/>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026E145-5AA0-4BBD-8725-F1D33763B6BC}"/>
              </a:ext>
            </a:extLst>
          </p:cNvPr>
          <p:cNvSpPr>
            <a:spLocks xmlns:a="http://schemas.openxmlformats.org/drawingml/2006/main" noGrp="1"/>
          </p:cNvSpPr>
          <p:nvPr/>
        </p:nvSpPr>
        <p:spPr>
          <a:xfrm xmlns:a="http://schemas.openxmlformats.org/drawingml/2006/main">
            <a:off x="781050" y="4791075"/>
            <a:ext cx="361950" cy="361950"/>
          </a:xfrm>
          <a:prstGeom xmlns:a="http://schemas.openxmlformats.org/drawingml/2006/main" prst="ellipse">
            <a:avLst/>
          </a:prstGeom>
          <a:solidFill xmlns:a="http://schemas.openxmlformats.org/drawingml/2006/main">
            <a:srgbClr val="E7F7F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9D22DA3-BAB6-4B03-8100-B854A593866A}"/>
              </a:ext>
            </a:extLst>
          </p:cNvPr>
          <p:cNvSpPr>
            <a:spLocks xmlns:a="http://schemas.openxmlformats.org/drawingml/2006/main" noGrp="1"/>
          </p:cNvSpPr>
          <p:nvPr/>
        </p:nvSpPr>
        <p:spPr>
          <a:xfrm xmlns:a="http://schemas.openxmlformats.org/drawingml/2006/main">
            <a:off x="781050" y="479107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47D61"/>
                </a:solidFill>
                <a:latin typeface="Segoe UI"/>
                <a:ea typeface="Segoe UI"/>
                <a:cs typeface="Segoe UI"/>
              </a:defRPr>
            </a:defPPr>
            <a:lvl1pPr algn="ctr">
              <a:defRPr sz="1125" b="1">
                <a:solidFill>
                  <a:srgbClr val="147D61"/>
                </a:solidFill>
                <a:latin typeface="Segoe UI"/>
                <a:ea typeface="Segoe UI"/>
                <a:cs typeface="Segoe UI"/>
              </a:defRPr>
            </a:lvl1pPr>
            <a:lvl2pPr algn="ctr">
              <a:defRPr sz="1125" b="1">
                <a:solidFill>
                  <a:srgbClr val="147D61"/>
                </a:solidFill>
                <a:latin typeface="Segoe UI"/>
                <a:ea typeface="Segoe UI"/>
                <a:cs typeface="Segoe UI"/>
              </a:defRPr>
            </a:lvl2pPr>
            <a:lvl3pPr algn="ctr">
              <a:defRPr sz="1125" b="1">
                <a:solidFill>
                  <a:srgbClr val="147D61"/>
                </a:solidFill>
                <a:latin typeface="Segoe UI"/>
                <a:ea typeface="Segoe UI"/>
                <a:cs typeface="Segoe UI"/>
              </a:defRPr>
            </a:lvl3pPr>
            <a:lvl4pPr algn="ctr">
              <a:defRPr sz="1125" b="1">
                <a:solidFill>
                  <a:srgbClr val="147D61"/>
                </a:solidFill>
                <a:latin typeface="Segoe UI"/>
                <a:ea typeface="Segoe UI"/>
                <a:cs typeface="Segoe UI"/>
              </a:defRPr>
            </a:lvl4pPr>
            <a:lvl5pPr algn="ctr">
              <a:defRPr sz="1125" b="1">
                <a:solidFill>
                  <a:srgbClr val="147D61"/>
                </a:solidFill>
                <a:latin typeface="Segoe UI"/>
                <a:ea typeface="Segoe UI"/>
                <a:cs typeface="Segoe UI"/>
              </a:defRPr>
            </a:lvl5pPr>
            <a:lvl6pPr algn="ctr">
              <a:defRPr sz="1125" b="1">
                <a:solidFill>
                  <a:srgbClr val="147D61"/>
                </a:solidFill>
                <a:latin typeface="Segoe UI"/>
                <a:ea typeface="Segoe UI"/>
                <a:cs typeface="Segoe UI"/>
              </a:defRPr>
            </a:lvl6pPr>
            <a:lvl7pPr algn="ctr">
              <a:defRPr sz="1125" b="1">
                <a:solidFill>
                  <a:srgbClr val="147D61"/>
                </a:solidFill>
                <a:latin typeface="Segoe UI"/>
                <a:ea typeface="Segoe UI"/>
                <a:cs typeface="Segoe UI"/>
              </a:defRPr>
            </a:lvl7pPr>
            <a:lvl8pPr algn="ctr">
              <a:defRPr sz="1125" b="1">
                <a:solidFill>
                  <a:srgbClr val="147D61"/>
                </a:solidFill>
                <a:latin typeface="Segoe UI"/>
                <a:ea typeface="Segoe UI"/>
                <a:cs typeface="Segoe UI"/>
              </a:defRPr>
            </a:lvl8pPr>
            <a:lvl9pPr algn="ctr">
              <a:defRPr sz="1125" b="1">
                <a:solidFill>
                  <a:srgbClr val="147D61"/>
                </a:solidFill>
                <a:latin typeface="Segoe UI"/>
                <a:ea typeface="Segoe UI"/>
                <a:cs typeface="Segoe UI"/>
              </a:defRPr>
            </a:lvl9pPr>
          </a:lstStyle>
          <a:p xmlns:a="http://schemas.openxmlformats.org/drawingml/2006/main">
            <a:pPr algn="ctr">
              <a:defRPr sz="1125" b="1">
                <a:solidFill>
                  <a:srgbClr val="147D61"/>
                </a:solidFill>
                <a:latin typeface="Segoe UI"/>
                <a:ea typeface="Segoe UI"/>
                <a:cs typeface="Segoe UI"/>
              </a:defRPr>
            </a:pPr>
            <a:r>
              <a:rPr sz="1125" b="1">
                <a:solidFill>
                  <a:srgbClr val="147D61"/>
                </a:solidFill>
                <a:latin typeface="Segoe UI"/>
                <a:ea typeface="Segoe UI"/>
                <a:cs typeface="Segoe UI"/>
              </a:rPr>
              <a:t>4</a:t>
            </a:r>
          </a:p>
        </p:txBody>
      </p:sp>
      <p:sp>
        <p:nvSpPr>
          <p:cNvPr id="25" name="">
            <a:extLst xmlns:a="http://schemas.openxmlformats.org/drawingml/2006/main">
              <a:ext uri="{FF2B5EF4-FFF2-40B4-BE49-F238E27FC236}">
                <a16:creationId xmlns:a16="http://schemas.microsoft.com/office/drawing/2014/main" id="{2A9FCF9C-FF3B-4A42-A055-CC7555297327}"/>
              </a:ext>
            </a:extLst>
          </p:cNvPr>
          <p:cNvSpPr>
            <a:spLocks xmlns:a="http://schemas.openxmlformats.org/drawingml/2006/main" noGrp="1"/>
          </p:cNvSpPr>
          <p:nvPr/>
        </p:nvSpPr>
        <p:spPr>
          <a:xfrm xmlns:a="http://schemas.openxmlformats.org/drawingml/2006/main">
            <a:off x="1381125" y="47529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71827"/>
                </a:solidFill>
                <a:latin typeface="Segoe UI"/>
                <a:ea typeface="Segoe UI"/>
                <a:cs typeface="Segoe UI"/>
              </a:defRPr>
            </a:defPPr>
            <a:lvl1pPr algn="l">
              <a:defRPr sz="1425" b="1">
                <a:solidFill>
                  <a:srgbClr val="171827"/>
                </a:solidFill>
                <a:latin typeface="Segoe UI"/>
                <a:ea typeface="Segoe UI"/>
                <a:cs typeface="Segoe UI"/>
              </a:defRPr>
            </a:lvl1pPr>
            <a:lvl2pPr algn="l">
              <a:defRPr sz="1425" b="1">
                <a:solidFill>
                  <a:srgbClr val="171827"/>
                </a:solidFill>
                <a:latin typeface="Segoe UI"/>
                <a:ea typeface="Segoe UI"/>
                <a:cs typeface="Segoe UI"/>
              </a:defRPr>
            </a:lvl2pPr>
            <a:lvl3pPr algn="l">
              <a:defRPr sz="1425" b="1">
                <a:solidFill>
                  <a:srgbClr val="171827"/>
                </a:solidFill>
                <a:latin typeface="Segoe UI"/>
                <a:ea typeface="Segoe UI"/>
                <a:cs typeface="Segoe UI"/>
              </a:defRPr>
            </a:lvl3pPr>
            <a:lvl4pPr algn="l">
              <a:defRPr sz="1425" b="1">
                <a:solidFill>
                  <a:srgbClr val="171827"/>
                </a:solidFill>
                <a:latin typeface="Segoe UI"/>
                <a:ea typeface="Segoe UI"/>
                <a:cs typeface="Segoe UI"/>
              </a:defRPr>
            </a:lvl4pPr>
            <a:lvl5pPr algn="l">
              <a:defRPr sz="1425" b="1">
                <a:solidFill>
                  <a:srgbClr val="171827"/>
                </a:solidFill>
                <a:latin typeface="Segoe UI"/>
                <a:ea typeface="Segoe UI"/>
                <a:cs typeface="Segoe UI"/>
              </a:defRPr>
            </a:lvl5pPr>
            <a:lvl6pPr algn="l">
              <a:defRPr sz="1425" b="1">
                <a:solidFill>
                  <a:srgbClr val="171827"/>
                </a:solidFill>
                <a:latin typeface="Segoe UI"/>
                <a:ea typeface="Segoe UI"/>
                <a:cs typeface="Segoe UI"/>
              </a:defRPr>
            </a:lvl6pPr>
            <a:lvl7pPr algn="l">
              <a:defRPr sz="1425" b="1">
                <a:solidFill>
                  <a:srgbClr val="171827"/>
                </a:solidFill>
                <a:latin typeface="Segoe UI"/>
                <a:ea typeface="Segoe UI"/>
                <a:cs typeface="Segoe UI"/>
              </a:defRPr>
            </a:lvl7pPr>
            <a:lvl8pPr algn="l">
              <a:defRPr sz="1425" b="1">
                <a:solidFill>
                  <a:srgbClr val="171827"/>
                </a:solidFill>
                <a:latin typeface="Segoe UI"/>
                <a:ea typeface="Segoe UI"/>
                <a:cs typeface="Segoe UI"/>
              </a:defRPr>
            </a:lvl8pPr>
            <a:lvl9pPr algn="l">
              <a:defRPr sz="1425" b="1">
                <a:solidFill>
                  <a:srgbClr val="171827"/>
                </a:solidFill>
                <a:latin typeface="Segoe UI"/>
                <a:ea typeface="Segoe UI"/>
                <a:cs typeface="Segoe UI"/>
              </a:defRPr>
            </a:lvl9pPr>
          </a:lstStyle>
          <a:p xmlns:a="http://schemas.openxmlformats.org/drawingml/2006/main">
            <a:pPr algn="l">
              <a:defRPr sz="1425" b="1">
                <a:solidFill>
                  <a:srgbClr val="171827"/>
                </a:solidFill>
                <a:latin typeface="Segoe UI"/>
                <a:ea typeface="Segoe UI"/>
                <a:cs typeface="Segoe UI"/>
              </a:defRPr>
            </a:pPr>
            <a:r>
              <a:rPr sz="1425" b="1">
                <a:solidFill>
                  <a:srgbClr val="171827"/>
                </a:solidFill>
                <a:latin typeface="Segoe UI"/>
                <a:ea typeface="Segoe UI"/>
                <a:cs typeface="Segoe UI"/>
              </a:rPr>
              <a:t>Prove safety</a:t>
            </a:r>
          </a:p>
        </p:txBody>
      </p:sp>
      <p:sp>
        <p:nvSpPr>
          <p:cNvPr id="26" name="">
            <a:extLst xmlns:a="http://schemas.openxmlformats.org/drawingml/2006/main">
              <a:ext uri="{FF2B5EF4-FFF2-40B4-BE49-F238E27FC236}">
                <a16:creationId xmlns:a16="http://schemas.microsoft.com/office/drawing/2014/main" id="{E6424951-8404-45FD-A5E9-035805AA0D78}"/>
              </a:ext>
            </a:extLst>
          </p:cNvPr>
          <p:cNvSpPr>
            <a:spLocks xmlns:a="http://schemas.openxmlformats.org/drawingml/2006/main" noGrp="1"/>
          </p:cNvSpPr>
          <p:nvPr/>
        </p:nvSpPr>
        <p:spPr>
          <a:xfrm xmlns:a="http://schemas.openxmlformats.org/drawingml/2006/main">
            <a:off x="3190875" y="4752975"/>
            <a:ext cx="7858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Confirm dry run did not create a run or invoke the notification action.</a:t>
            </a:r>
          </a:p>
        </p:txBody>
      </p:sp>
    </p:spTree>
    <p:extLst>
      <p:ext uri="{BB962C8B-B14F-4D97-AF65-F5344CB8AC3E}">
        <p14:creationId xmlns:p14="http://schemas.microsoft.com/office/powerpoint/2010/main" val="1479241160"/>
      </p:ext>
    </p:extLst>
  </p:cSld>
</p:sld>
</file>

<file path=ppt/slides/slide8.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959993F-3923-4138-950B-2F61C40778D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BED7F7-B0D1-47E5-9319-AD003C90DD51}"/>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MANUAL TEST 03</a:t>
            </a:r>
          </a:p>
        </p:txBody>
      </p:sp>
      <p:sp>
        <p:nvSpPr>
          <p:cNvPr id="3" name="">
            <a:extLst xmlns:a="http://schemas.openxmlformats.org/drawingml/2006/main">
              <a:ext uri="{FF2B5EF4-FFF2-40B4-BE49-F238E27FC236}">
                <a16:creationId xmlns:a16="http://schemas.microsoft.com/office/drawing/2014/main" id="{80056DFC-2C80-4ED9-8016-4F67ABEF7C39}"/>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Publish, enable, send an event, inspect the run</a:t>
            </a:r>
          </a:p>
        </p:txBody>
      </p:sp>
      <p:sp>
        <p:nvSpPr>
          <p:cNvPr id="4" name="">
            <a:extLst xmlns:a="http://schemas.openxmlformats.org/drawingml/2006/main">
              <a:ext uri="{FF2B5EF4-FFF2-40B4-BE49-F238E27FC236}">
                <a16:creationId xmlns:a16="http://schemas.microsoft.com/office/drawing/2014/main" id="{5360AFB4-75AE-4BFB-BC94-37C118EDB029}"/>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This is the main end-to-end demo. Each action has a separate EXPECTED RESULT checkpoint.</a:t>
            </a:r>
          </a:p>
        </p:txBody>
      </p:sp>
      <p:sp>
        <p:nvSpPr>
          <p:cNvPr id="5" name="">
            <a:extLst xmlns:a="http://schemas.openxmlformats.org/drawingml/2006/main">
              <a:ext uri="{FF2B5EF4-FFF2-40B4-BE49-F238E27FC236}">
                <a16:creationId xmlns:a16="http://schemas.microsoft.com/office/drawing/2014/main" id="{29CEB461-9BFC-4DE1-8DB8-8322C6B34825}"/>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5CF61CF-360A-405B-84FC-9CD33F6A84B8}"/>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6283DEE2-B7DE-4BEC-8CD9-48B52BEC59A3}"/>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08</a:t>
            </a:r>
          </a:p>
        </p:txBody>
      </p:sp>
      <p:sp>
        <p:nvSpPr>
          <p:cNvPr id="8" name="">
            <a:extLst xmlns:a="http://schemas.openxmlformats.org/drawingml/2006/main">
              <a:ext uri="{FF2B5EF4-FFF2-40B4-BE49-F238E27FC236}">
                <a16:creationId xmlns:a16="http://schemas.microsoft.com/office/drawing/2014/main" id="{7B1CD407-02AE-4853-BA04-C6D004C43987}"/>
              </a:ext>
            </a:extLst>
          </p:cNvPr>
          <p:cNvSpPr>
            <a:spLocks xmlns:a="http://schemas.openxmlformats.org/drawingml/2006/main" noGrp="1"/>
          </p:cNvSpPr>
          <p:nvPr/>
        </p:nvSpPr>
        <p:spPr>
          <a:xfrm xmlns:a="http://schemas.openxmlformats.org/drawingml/2006/main">
            <a:off x="762000" y="2381250"/>
            <a:ext cx="2238375" cy="38100"/>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68FDA29-25AB-4040-8E82-087E306AB1CD}"/>
              </a:ext>
            </a:extLst>
          </p:cNvPr>
          <p:cNvSpPr>
            <a:spLocks xmlns:a="http://schemas.openxmlformats.org/drawingml/2006/main" noGrp="1"/>
          </p:cNvSpPr>
          <p:nvPr/>
        </p:nvSpPr>
        <p:spPr>
          <a:xfrm xmlns:a="http://schemas.openxmlformats.org/drawingml/2006/main">
            <a:off x="762000" y="260985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55DEB"/>
                </a:solidFill>
                <a:latin typeface="Segoe UI"/>
                <a:ea typeface="Segoe UI"/>
                <a:cs typeface="Segoe UI"/>
              </a:defRPr>
            </a:defPPr>
            <a:lvl1pPr algn="l">
              <a:defRPr sz="975" b="1">
                <a:solidFill>
                  <a:srgbClr val="655DEB"/>
                </a:solidFill>
                <a:latin typeface="Segoe UI"/>
                <a:ea typeface="Segoe UI"/>
                <a:cs typeface="Segoe UI"/>
              </a:defRPr>
            </a:lvl1pPr>
            <a:lvl2pPr algn="l">
              <a:defRPr sz="975" b="1">
                <a:solidFill>
                  <a:srgbClr val="655DEB"/>
                </a:solidFill>
                <a:latin typeface="Segoe UI"/>
                <a:ea typeface="Segoe UI"/>
                <a:cs typeface="Segoe UI"/>
              </a:defRPr>
            </a:lvl2pPr>
            <a:lvl3pPr algn="l">
              <a:defRPr sz="975" b="1">
                <a:solidFill>
                  <a:srgbClr val="655DEB"/>
                </a:solidFill>
                <a:latin typeface="Segoe UI"/>
                <a:ea typeface="Segoe UI"/>
                <a:cs typeface="Segoe UI"/>
              </a:defRPr>
            </a:lvl3pPr>
            <a:lvl4pPr algn="l">
              <a:defRPr sz="975" b="1">
                <a:solidFill>
                  <a:srgbClr val="655DEB"/>
                </a:solidFill>
                <a:latin typeface="Segoe UI"/>
                <a:ea typeface="Segoe UI"/>
                <a:cs typeface="Segoe UI"/>
              </a:defRPr>
            </a:lvl4pPr>
            <a:lvl5pPr algn="l">
              <a:defRPr sz="975" b="1">
                <a:solidFill>
                  <a:srgbClr val="655DEB"/>
                </a:solidFill>
                <a:latin typeface="Segoe UI"/>
                <a:ea typeface="Segoe UI"/>
                <a:cs typeface="Segoe UI"/>
              </a:defRPr>
            </a:lvl5pPr>
            <a:lvl6pPr algn="l">
              <a:defRPr sz="975" b="1">
                <a:solidFill>
                  <a:srgbClr val="655DEB"/>
                </a:solidFill>
                <a:latin typeface="Segoe UI"/>
                <a:ea typeface="Segoe UI"/>
                <a:cs typeface="Segoe UI"/>
              </a:defRPr>
            </a:lvl6pPr>
            <a:lvl7pPr algn="l">
              <a:defRPr sz="975" b="1">
                <a:solidFill>
                  <a:srgbClr val="655DEB"/>
                </a:solidFill>
                <a:latin typeface="Segoe UI"/>
                <a:ea typeface="Segoe UI"/>
                <a:cs typeface="Segoe UI"/>
              </a:defRPr>
            </a:lvl7pPr>
            <a:lvl8pPr algn="l">
              <a:defRPr sz="975" b="1">
                <a:solidFill>
                  <a:srgbClr val="655DEB"/>
                </a:solidFill>
                <a:latin typeface="Segoe UI"/>
                <a:ea typeface="Segoe UI"/>
                <a:cs typeface="Segoe UI"/>
              </a:defRPr>
            </a:lvl8pPr>
            <a:lvl9pPr algn="l">
              <a:defRPr sz="975" b="1">
                <a:solidFill>
                  <a:srgbClr val="655DEB"/>
                </a:solidFill>
                <a:latin typeface="Segoe UI"/>
                <a:ea typeface="Segoe UI"/>
                <a:cs typeface="Segoe UI"/>
              </a:defRPr>
            </a:lvl9pPr>
          </a:lstStyle>
          <a:p xmlns:a="http://schemas.openxmlformats.org/drawingml/2006/main">
            <a:pPr algn="l">
              <a:defRPr sz="975" b="1">
                <a:solidFill>
                  <a:srgbClr val="655DEB"/>
                </a:solidFill>
                <a:latin typeface="Segoe UI"/>
                <a:ea typeface="Segoe UI"/>
                <a:cs typeface="Segoe UI"/>
              </a:defRPr>
            </a:pPr>
            <a:r>
              <a:rPr sz="975" b="1">
                <a:solidFill>
                  <a:srgbClr val="655DEB"/>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54DF945B-84B2-45A7-BA42-DCF942A04BE2}"/>
              </a:ext>
            </a:extLst>
          </p:cNvPr>
          <p:cNvSpPr>
            <a:spLocks xmlns:a="http://schemas.openxmlformats.org/drawingml/2006/main" noGrp="1"/>
          </p:cNvSpPr>
          <p:nvPr/>
        </p:nvSpPr>
        <p:spPr>
          <a:xfrm xmlns:a="http://schemas.openxmlformats.org/drawingml/2006/main">
            <a:off x="762000" y="298132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1827"/>
                </a:solidFill>
                <a:latin typeface="Segoe UI"/>
                <a:ea typeface="Segoe UI"/>
                <a:cs typeface="Segoe UI"/>
              </a:defRPr>
            </a:defPPr>
            <a:lvl1pPr algn="l">
              <a:defRPr sz="1650" b="1">
                <a:solidFill>
                  <a:srgbClr val="171827"/>
                </a:solidFill>
                <a:latin typeface="Segoe UI"/>
                <a:ea typeface="Segoe UI"/>
                <a:cs typeface="Segoe UI"/>
              </a:defRPr>
            </a:lvl1pPr>
            <a:lvl2pPr algn="l">
              <a:defRPr sz="1650" b="1">
                <a:solidFill>
                  <a:srgbClr val="171827"/>
                </a:solidFill>
                <a:latin typeface="Segoe UI"/>
                <a:ea typeface="Segoe UI"/>
                <a:cs typeface="Segoe UI"/>
              </a:defRPr>
            </a:lvl2pPr>
            <a:lvl3pPr algn="l">
              <a:defRPr sz="1650" b="1">
                <a:solidFill>
                  <a:srgbClr val="171827"/>
                </a:solidFill>
                <a:latin typeface="Segoe UI"/>
                <a:ea typeface="Segoe UI"/>
                <a:cs typeface="Segoe UI"/>
              </a:defRPr>
            </a:lvl3pPr>
            <a:lvl4pPr algn="l">
              <a:defRPr sz="1650" b="1">
                <a:solidFill>
                  <a:srgbClr val="171827"/>
                </a:solidFill>
                <a:latin typeface="Segoe UI"/>
                <a:ea typeface="Segoe UI"/>
                <a:cs typeface="Segoe UI"/>
              </a:defRPr>
            </a:lvl4pPr>
            <a:lvl5pPr algn="l">
              <a:defRPr sz="1650" b="1">
                <a:solidFill>
                  <a:srgbClr val="171827"/>
                </a:solidFill>
                <a:latin typeface="Segoe UI"/>
                <a:ea typeface="Segoe UI"/>
                <a:cs typeface="Segoe UI"/>
              </a:defRPr>
            </a:lvl5pPr>
            <a:lvl6pPr algn="l">
              <a:defRPr sz="1650" b="1">
                <a:solidFill>
                  <a:srgbClr val="171827"/>
                </a:solidFill>
                <a:latin typeface="Segoe UI"/>
                <a:ea typeface="Segoe UI"/>
                <a:cs typeface="Segoe UI"/>
              </a:defRPr>
            </a:lvl6pPr>
            <a:lvl7pPr algn="l">
              <a:defRPr sz="1650" b="1">
                <a:solidFill>
                  <a:srgbClr val="171827"/>
                </a:solidFill>
                <a:latin typeface="Segoe UI"/>
                <a:ea typeface="Segoe UI"/>
                <a:cs typeface="Segoe UI"/>
              </a:defRPr>
            </a:lvl7pPr>
            <a:lvl8pPr algn="l">
              <a:defRPr sz="1650" b="1">
                <a:solidFill>
                  <a:srgbClr val="171827"/>
                </a:solidFill>
                <a:latin typeface="Segoe UI"/>
                <a:ea typeface="Segoe UI"/>
                <a:cs typeface="Segoe UI"/>
              </a:defRPr>
            </a:lvl8pPr>
            <a:lvl9pPr algn="l">
              <a:defRPr sz="1650" b="1">
                <a:solidFill>
                  <a:srgbClr val="171827"/>
                </a:solidFill>
                <a:latin typeface="Segoe UI"/>
                <a:ea typeface="Segoe UI"/>
                <a:cs typeface="Segoe UI"/>
              </a:defRPr>
            </a:lvl9pPr>
          </a:lstStyle>
          <a:p xmlns:a="http://schemas.openxmlformats.org/drawingml/2006/main">
            <a:pPr algn="l">
              <a:defRPr sz="1650" b="1">
                <a:solidFill>
                  <a:srgbClr val="171827"/>
                </a:solidFill>
                <a:latin typeface="Segoe UI"/>
                <a:ea typeface="Segoe UI"/>
                <a:cs typeface="Segoe UI"/>
              </a:defRPr>
            </a:pPr>
            <a:r>
              <a:rPr sz="1650" b="1">
                <a:solidFill>
                  <a:srgbClr val="171827"/>
                </a:solidFill>
                <a:latin typeface="Segoe UI"/>
                <a:ea typeface="Segoe UI"/>
                <a:cs typeface="Segoe UI"/>
              </a:rPr>
              <a:t>Publish</a:t>
            </a:r>
          </a:p>
        </p:txBody>
      </p:sp>
      <p:sp>
        <p:nvSpPr>
          <p:cNvPr id="11" name="">
            <a:extLst xmlns:a="http://schemas.openxmlformats.org/drawingml/2006/main">
              <a:ext uri="{FF2B5EF4-FFF2-40B4-BE49-F238E27FC236}">
                <a16:creationId xmlns:a16="http://schemas.microsoft.com/office/drawing/2014/main" id="{144D8443-092B-42F6-83DB-8D81C42BADF6}"/>
              </a:ext>
            </a:extLst>
          </p:cNvPr>
          <p:cNvSpPr>
            <a:spLocks xmlns:a="http://schemas.openxmlformats.org/drawingml/2006/main" noGrp="1"/>
          </p:cNvSpPr>
          <p:nvPr/>
        </p:nvSpPr>
        <p:spPr>
          <a:xfrm xmlns:a="http://schemas.openxmlformats.org/drawingml/2006/main">
            <a:off x="762000" y="34480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Draft becomes a versioned rule.</a:t>
            </a:r>
          </a:p>
        </p:txBody>
      </p:sp>
      <p:sp>
        <p:nvSpPr>
          <p:cNvPr id="12" name="">
            <a:extLst xmlns:a="http://schemas.openxmlformats.org/drawingml/2006/main">
              <a:ext uri="{FF2B5EF4-FFF2-40B4-BE49-F238E27FC236}">
                <a16:creationId xmlns:a16="http://schemas.microsoft.com/office/drawing/2014/main" id="{E6C3A844-DBEE-4405-8B3F-3245EBCFC3A2}"/>
              </a:ext>
            </a:extLst>
          </p:cNvPr>
          <p:cNvSpPr>
            <a:spLocks xmlns:a="http://schemas.openxmlformats.org/drawingml/2006/main" noGrp="1"/>
          </p:cNvSpPr>
          <p:nvPr/>
        </p:nvSpPr>
        <p:spPr>
          <a:xfrm xmlns:a="http://schemas.openxmlformats.org/drawingml/2006/main">
            <a:off x="3114675" y="30003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655DEB"/>
                </a:solidFill>
                <a:latin typeface="Segoe UI"/>
                <a:ea typeface="Segoe UI"/>
                <a:cs typeface="Segoe UI"/>
              </a:defRPr>
            </a:defPPr>
            <a:lvl1pPr algn="ctr">
              <a:defRPr sz="1875" b="1">
                <a:solidFill>
                  <a:srgbClr val="655DEB"/>
                </a:solidFill>
                <a:latin typeface="Segoe UI"/>
                <a:ea typeface="Segoe UI"/>
                <a:cs typeface="Segoe UI"/>
              </a:defRPr>
            </a:lvl1pPr>
            <a:lvl2pPr algn="ctr">
              <a:defRPr sz="1875" b="1">
                <a:solidFill>
                  <a:srgbClr val="655DEB"/>
                </a:solidFill>
                <a:latin typeface="Segoe UI"/>
                <a:ea typeface="Segoe UI"/>
                <a:cs typeface="Segoe UI"/>
              </a:defRPr>
            </a:lvl2pPr>
            <a:lvl3pPr algn="ctr">
              <a:defRPr sz="1875" b="1">
                <a:solidFill>
                  <a:srgbClr val="655DEB"/>
                </a:solidFill>
                <a:latin typeface="Segoe UI"/>
                <a:ea typeface="Segoe UI"/>
                <a:cs typeface="Segoe UI"/>
              </a:defRPr>
            </a:lvl3pPr>
            <a:lvl4pPr algn="ctr">
              <a:defRPr sz="1875" b="1">
                <a:solidFill>
                  <a:srgbClr val="655DEB"/>
                </a:solidFill>
                <a:latin typeface="Segoe UI"/>
                <a:ea typeface="Segoe UI"/>
                <a:cs typeface="Segoe UI"/>
              </a:defRPr>
            </a:lvl4pPr>
            <a:lvl5pPr algn="ctr">
              <a:defRPr sz="1875" b="1">
                <a:solidFill>
                  <a:srgbClr val="655DEB"/>
                </a:solidFill>
                <a:latin typeface="Segoe UI"/>
                <a:ea typeface="Segoe UI"/>
                <a:cs typeface="Segoe UI"/>
              </a:defRPr>
            </a:lvl5pPr>
            <a:lvl6pPr algn="ctr">
              <a:defRPr sz="1875" b="1">
                <a:solidFill>
                  <a:srgbClr val="655DEB"/>
                </a:solidFill>
                <a:latin typeface="Segoe UI"/>
                <a:ea typeface="Segoe UI"/>
                <a:cs typeface="Segoe UI"/>
              </a:defRPr>
            </a:lvl6pPr>
            <a:lvl7pPr algn="ctr">
              <a:defRPr sz="1875" b="1">
                <a:solidFill>
                  <a:srgbClr val="655DEB"/>
                </a:solidFill>
                <a:latin typeface="Segoe UI"/>
                <a:ea typeface="Segoe UI"/>
                <a:cs typeface="Segoe UI"/>
              </a:defRPr>
            </a:lvl7pPr>
            <a:lvl8pPr algn="ctr">
              <a:defRPr sz="1875" b="1">
                <a:solidFill>
                  <a:srgbClr val="655DEB"/>
                </a:solidFill>
                <a:latin typeface="Segoe UI"/>
                <a:ea typeface="Segoe UI"/>
                <a:cs typeface="Segoe UI"/>
              </a:defRPr>
            </a:lvl8pPr>
            <a:lvl9pPr algn="ctr">
              <a:defRPr sz="1875" b="1">
                <a:solidFill>
                  <a:srgbClr val="655DEB"/>
                </a:solidFill>
                <a:latin typeface="Segoe UI"/>
                <a:ea typeface="Segoe UI"/>
                <a:cs typeface="Segoe UI"/>
              </a:defRPr>
            </a:lvl9pPr>
          </a:lstStyle>
          <a:p xmlns:a="http://schemas.openxmlformats.org/drawingml/2006/main">
            <a:pPr algn="ctr">
              <a:defRPr sz="1875" b="1">
                <a:solidFill>
                  <a:srgbClr val="655DEB"/>
                </a:solidFill>
                <a:latin typeface="Segoe UI"/>
                <a:ea typeface="Segoe UI"/>
                <a:cs typeface="Segoe UI"/>
              </a:defRPr>
            </a:pPr>
            <a:r>
              <a:rPr sz="1875" b="1">
                <a:solidFill>
                  <a:srgbClr val="655DEB"/>
                </a:solidFill>
                <a:latin typeface="Segoe UI"/>
                <a:ea typeface="Segoe UI"/>
                <a:cs typeface="Segoe UI"/>
              </a:rPr>
              <a:t>→</a:t>
            </a:r>
          </a:p>
        </p:txBody>
      </p:sp>
      <p:sp>
        <p:nvSpPr>
          <p:cNvPr id="13" name="">
            <a:extLst xmlns:a="http://schemas.openxmlformats.org/drawingml/2006/main">
              <a:ext uri="{FF2B5EF4-FFF2-40B4-BE49-F238E27FC236}">
                <a16:creationId xmlns:a16="http://schemas.microsoft.com/office/drawing/2014/main" id="{8B5F2B35-9DA5-429A-9BE1-23A6B20E1310}"/>
              </a:ext>
            </a:extLst>
          </p:cNvPr>
          <p:cNvSpPr>
            <a:spLocks xmlns:a="http://schemas.openxmlformats.org/drawingml/2006/main" noGrp="1"/>
          </p:cNvSpPr>
          <p:nvPr/>
        </p:nvSpPr>
        <p:spPr>
          <a:xfrm xmlns:a="http://schemas.openxmlformats.org/drawingml/2006/main">
            <a:off x="3476625" y="2381250"/>
            <a:ext cx="2238375" cy="38100"/>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859B51-F2BD-4FA5-92EF-4F1C4CA6723A}"/>
              </a:ext>
            </a:extLst>
          </p:cNvPr>
          <p:cNvSpPr>
            <a:spLocks xmlns:a="http://schemas.openxmlformats.org/drawingml/2006/main" noGrp="1"/>
          </p:cNvSpPr>
          <p:nvPr/>
        </p:nvSpPr>
        <p:spPr>
          <a:xfrm xmlns:a="http://schemas.openxmlformats.org/drawingml/2006/main">
            <a:off x="3476625" y="260985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55DEB"/>
                </a:solidFill>
                <a:latin typeface="Segoe UI"/>
                <a:ea typeface="Segoe UI"/>
                <a:cs typeface="Segoe UI"/>
              </a:defRPr>
            </a:defPPr>
            <a:lvl1pPr algn="l">
              <a:defRPr sz="975" b="1">
                <a:solidFill>
                  <a:srgbClr val="655DEB"/>
                </a:solidFill>
                <a:latin typeface="Segoe UI"/>
                <a:ea typeface="Segoe UI"/>
                <a:cs typeface="Segoe UI"/>
              </a:defRPr>
            </a:lvl1pPr>
            <a:lvl2pPr algn="l">
              <a:defRPr sz="975" b="1">
                <a:solidFill>
                  <a:srgbClr val="655DEB"/>
                </a:solidFill>
                <a:latin typeface="Segoe UI"/>
                <a:ea typeface="Segoe UI"/>
                <a:cs typeface="Segoe UI"/>
              </a:defRPr>
            </a:lvl2pPr>
            <a:lvl3pPr algn="l">
              <a:defRPr sz="975" b="1">
                <a:solidFill>
                  <a:srgbClr val="655DEB"/>
                </a:solidFill>
                <a:latin typeface="Segoe UI"/>
                <a:ea typeface="Segoe UI"/>
                <a:cs typeface="Segoe UI"/>
              </a:defRPr>
            </a:lvl3pPr>
            <a:lvl4pPr algn="l">
              <a:defRPr sz="975" b="1">
                <a:solidFill>
                  <a:srgbClr val="655DEB"/>
                </a:solidFill>
                <a:latin typeface="Segoe UI"/>
                <a:ea typeface="Segoe UI"/>
                <a:cs typeface="Segoe UI"/>
              </a:defRPr>
            </a:lvl4pPr>
            <a:lvl5pPr algn="l">
              <a:defRPr sz="975" b="1">
                <a:solidFill>
                  <a:srgbClr val="655DEB"/>
                </a:solidFill>
                <a:latin typeface="Segoe UI"/>
                <a:ea typeface="Segoe UI"/>
                <a:cs typeface="Segoe UI"/>
              </a:defRPr>
            </a:lvl5pPr>
            <a:lvl6pPr algn="l">
              <a:defRPr sz="975" b="1">
                <a:solidFill>
                  <a:srgbClr val="655DEB"/>
                </a:solidFill>
                <a:latin typeface="Segoe UI"/>
                <a:ea typeface="Segoe UI"/>
                <a:cs typeface="Segoe UI"/>
              </a:defRPr>
            </a:lvl6pPr>
            <a:lvl7pPr algn="l">
              <a:defRPr sz="975" b="1">
                <a:solidFill>
                  <a:srgbClr val="655DEB"/>
                </a:solidFill>
                <a:latin typeface="Segoe UI"/>
                <a:ea typeface="Segoe UI"/>
                <a:cs typeface="Segoe UI"/>
              </a:defRPr>
            </a:lvl7pPr>
            <a:lvl8pPr algn="l">
              <a:defRPr sz="975" b="1">
                <a:solidFill>
                  <a:srgbClr val="655DEB"/>
                </a:solidFill>
                <a:latin typeface="Segoe UI"/>
                <a:ea typeface="Segoe UI"/>
                <a:cs typeface="Segoe UI"/>
              </a:defRPr>
            </a:lvl8pPr>
            <a:lvl9pPr algn="l">
              <a:defRPr sz="975" b="1">
                <a:solidFill>
                  <a:srgbClr val="655DEB"/>
                </a:solidFill>
                <a:latin typeface="Segoe UI"/>
                <a:ea typeface="Segoe UI"/>
                <a:cs typeface="Segoe UI"/>
              </a:defRPr>
            </a:lvl9pPr>
          </a:lstStyle>
          <a:p xmlns:a="http://schemas.openxmlformats.org/drawingml/2006/main">
            <a:pPr algn="l">
              <a:defRPr sz="975" b="1">
                <a:solidFill>
                  <a:srgbClr val="655DEB"/>
                </a:solidFill>
                <a:latin typeface="Segoe UI"/>
                <a:ea typeface="Segoe UI"/>
                <a:cs typeface="Segoe UI"/>
              </a:defRPr>
            </a:pPr>
            <a:r>
              <a:rPr sz="975" b="1">
                <a:solidFill>
                  <a:srgbClr val="655DEB"/>
                </a:solidFill>
                <a:latin typeface="Segoe UI"/>
                <a:ea typeface="Segoe UI"/>
                <a:cs typeface="Segoe UI"/>
              </a:rPr>
              <a:t>02</a:t>
            </a:r>
          </a:p>
        </p:txBody>
      </p:sp>
      <p:sp>
        <p:nvSpPr>
          <p:cNvPr id="15" name="">
            <a:extLst xmlns:a="http://schemas.openxmlformats.org/drawingml/2006/main">
              <a:ext uri="{FF2B5EF4-FFF2-40B4-BE49-F238E27FC236}">
                <a16:creationId xmlns:a16="http://schemas.microsoft.com/office/drawing/2014/main" id="{CB72D09B-C34C-4827-9416-3AF1EF8CFAD7}"/>
              </a:ext>
            </a:extLst>
          </p:cNvPr>
          <p:cNvSpPr>
            <a:spLocks xmlns:a="http://schemas.openxmlformats.org/drawingml/2006/main" noGrp="1"/>
          </p:cNvSpPr>
          <p:nvPr/>
        </p:nvSpPr>
        <p:spPr>
          <a:xfrm xmlns:a="http://schemas.openxmlformats.org/drawingml/2006/main">
            <a:off x="3476625" y="298132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1827"/>
                </a:solidFill>
                <a:latin typeface="Segoe UI"/>
                <a:ea typeface="Segoe UI"/>
                <a:cs typeface="Segoe UI"/>
              </a:defRPr>
            </a:defPPr>
            <a:lvl1pPr algn="l">
              <a:defRPr sz="1650" b="1">
                <a:solidFill>
                  <a:srgbClr val="171827"/>
                </a:solidFill>
                <a:latin typeface="Segoe UI"/>
                <a:ea typeface="Segoe UI"/>
                <a:cs typeface="Segoe UI"/>
              </a:defRPr>
            </a:lvl1pPr>
            <a:lvl2pPr algn="l">
              <a:defRPr sz="1650" b="1">
                <a:solidFill>
                  <a:srgbClr val="171827"/>
                </a:solidFill>
                <a:latin typeface="Segoe UI"/>
                <a:ea typeface="Segoe UI"/>
                <a:cs typeface="Segoe UI"/>
              </a:defRPr>
            </a:lvl2pPr>
            <a:lvl3pPr algn="l">
              <a:defRPr sz="1650" b="1">
                <a:solidFill>
                  <a:srgbClr val="171827"/>
                </a:solidFill>
                <a:latin typeface="Segoe UI"/>
                <a:ea typeface="Segoe UI"/>
                <a:cs typeface="Segoe UI"/>
              </a:defRPr>
            </a:lvl3pPr>
            <a:lvl4pPr algn="l">
              <a:defRPr sz="1650" b="1">
                <a:solidFill>
                  <a:srgbClr val="171827"/>
                </a:solidFill>
                <a:latin typeface="Segoe UI"/>
                <a:ea typeface="Segoe UI"/>
                <a:cs typeface="Segoe UI"/>
              </a:defRPr>
            </a:lvl4pPr>
            <a:lvl5pPr algn="l">
              <a:defRPr sz="1650" b="1">
                <a:solidFill>
                  <a:srgbClr val="171827"/>
                </a:solidFill>
                <a:latin typeface="Segoe UI"/>
                <a:ea typeface="Segoe UI"/>
                <a:cs typeface="Segoe UI"/>
              </a:defRPr>
            </a:lvl5pPr>
            <a:lvl6pPr algn="l">
              <a:defRPr sz="1650" b="1">
                <a:solidFill>
                  <a:srgbClr val="171827"/>
                </a:solidFill>
                <a:latin typeface="Segoe UI"/>
                <a:ea typeface="Segoe UI"/>
                <a:cs typeface="Segoe UI"/>
              </a:defRPr>
            </a:lvl6pPr>
            <a:lvl7pPr algn="l">
              <a:defRPr sz="1650" b="1">
                <a:solidFill>
                  <a:srgbClr val="171827"/>
                </a:solidFill>
                <a:latin typeface="Segoe UI"/>
                <a:ea typeface="Segoe UI"/>
                <a:cs typeface="Segoe UI"/>
              </a:defRPr>
            </a:lvl7pPr>
            <a:lvl8pPr algn="l">
              <a:defRPr sz="1650" b="1">
                <a:solidFill>
                  <a:srgbClr val="171827"/>
                </a:solidFill>
                <a:latin typeface="Segoe UI"/>
                <a:ea typeface="Segoe UI"/>
                <a:cs typeface="Segoe UI"/>
              </a:defRPr>
            </a:lvl8pPr>
            <a:lvl9pPr algn="l">
              <a:defRPr sz="1650" b="1">
                <a:solidFill>
                  <a:srgbClr val="171827"/>
                </a:solidFill>
                <a:latin typeface="Segoe UI"/>
                <a:ea typeface="Segoe UI"/>
                <a:cs typeface="Segoe UI"/>
              </a:defRPr>
            </a:lvl9pPr>
          </a:lstStyle>
          <a:p xmlns:a="http://schemas.openxmlformats.org/drawingml/2006/main">
            <a:pPr algn="l">
              <a:defRPr sz="1650" b="1">
                <a:solidFill>
                  <a:srgbClr val="171827"/>
                </a:solidFill>
                <a:latin typeface="Segoe UI"/>
                <a:ea typeface="Segoe UI"/>
                <a:cs typeface="Segoe UI"/>
              </a:defRPr>
            </a:pPr>
            <a:r>
              <a:rPr sz="1650" b="1">
                <a:solidFill>
                  <a:srgbClr val="171827"/>
                </a:solidFill>
                <a:latin typeface="Segoe UI"/>
                <a:ea typeface="Segoe UI"/>
                <a:cs typeface="Segoe UI"/>
              </a:rPr>
              <a:t>Enable</a:t>
            </a:r>
          </a:p>
        </p:txBody>
      </p:sp>
      <p:sp>
        <p:nvSpPr>
          <p:cNvPr id="16" name="">
            <a:extLst xmlns:a="http://schemas.openxmlformats.org/drawingml/2006/main">
              <a:ext uri="{FF2B5EF4-FFF2-40B4-BE49-F238E27FC236}">
                <a16:creationId xmlns:a16="http://schemas.microsoft.com/office/drawing/2014/main" id="{A2FCBD5F-9181-4D14-8D02-4274C7468147}"/>
              </a:ext>
            </a:extLst>
          </p:cNvPr>
          <p:cNvSpPr>
            <a:spLocks xmlns:a="http://schemas.openxmlformats.org/drawingml/2006/main" noGrp="1"/>
          </p:cNvSpPr>
          <p:nvPr/>
        </p:nvSpPr>
        <p:spPr>
          <a:xfrm xmlns:a="http://schemas.openxmlformats.org/drawingml/2006/main">
            <a:off x="3476625" y="34480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Lifecycle status changes to enabled.</a:t>
            </a:r>
          </a:p>
        </p:txBody>
      </p:sp>
      <p:sp>
        <p:nvSpPr>
          <p:cNvPr id="17" name="">
            <a:extLst xmlns:a="http://schemas.openxmlformats.org/drawingml/2006/main">
              <a:ext uri="{FF2B5EF4-FFF2-40B4-BE49-F238E27FC236}">
                <a16:creationId xmlns:a16="http://schemas.microsoft.com/office/drawing/2014/main" id="{09A300A4-7400-40A0-A5CD-146C0EE030E7}"/>
              </a:ext>
            </a:extLst>
          </p:cNvPr>
          <p:cNvSpPr>
            <a:spLocks xmlns:a="http://schemas.openxmlformats.org/drawingml/2006/main" noGrp="1"/>
          </p:cNvSpPr>
          <p:nvPr/>
        </p:nvSpPr>
        <p:spPr>
          <a:xfrm xmlns:a="http://schemas.openxmlformats.org/drawingml/2006/main">
            <a:off x="5829300" y="30003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655DEB"/>
                </a:solidFill>
                <a:latin typeface="Segoe UI"/>
                <a:ea typeface="Segoe UI"/>
                <a:cs typeface="Segoe UI"/>
              </a:defRPr>
            </a:defPPr>
            <a:lvl1pPr algn="ctr">
              <a:defRPr sz="1875" b="1">
                <a:solidFill>
                  <a:srgbClr val="655DEB"/>
                </a:solidFill>
                <a:latin typeface="Segoe UI"/>
                <a:ea typeface="Segoe UI"/>
                <a:cs typeface="Segoe UI"/>
              </a:defRPr>
            </a:lvl1pPr>
            <a:lvl2pPr algn="ctr">
              <a:defRPr sz="1875" b="1">
                <a:solidFill>
                  <a:srgbClr val="655DEB"/>
                </a:solidFill>
                <a:latin typeface="Segoe UI"/>
                <a:ea typeface="Segoe UI"/>
                <a:cs typeface="Segoe UI"/>
              </a:defRPr>
            </a:lvl2pPr>
            <a:lvl3pPr algn="ctr">
              <a:defRPr sz="1875" b="1">
                <a:solidFill>
                  <a:srgbClr val="655DEB"/>
                </a:solidFill>
                <a:latin typeface="Segoe UI"/>
                <a:ea typeface="Segoe UI"/>
                <a:cs typeface="Segoe UI"/>
              </a:defRPr>
            </a:lvl3pPr>
            <a:lvl4pPr algn="ctr">
              <a:defRPr sz="1875" b="1">
                <a:solidFill>
                  <a:srgbClr val="655DEB"/>
                </a:solidFill>
                <a:latin typeface="Segoe UI"/>
                <a:ea typeface="Segoe UI"/>
                <a:cs typeface="Segoe UI"/>
              </a:defRPr>
            </a:lvl4pPr>
            <a:lvl5pPr algn="ctr">
              <a:defRPr sz="1875" b="1">
                <a:solidFill>
                  <a:srgbClr val="655DEB"/>
                </a:solidFill>
                <a:latin typeface="Segoe UI"/>
                <a:ea typeface="Segoe UI"/>
                <a:cs typeface="Segoe UI"/>
              </a:defRPr>
            </a:lvl5pPr>
            <a:lvl6pPr algn="ctr">
              <a:defRPr sz="1875" b="1">
                <a:solidFill>
                  <a:srgbClr val="655DEB"/>
                </a:solidFill>
                <a:latin typeface="Segoe UI"/>
                <a:ea typeface="Segoe UI"/>
                <a:cs typeface="Segoe UI"/>
              </a:defRPr>
            </a:lvl6pPr>
            <a:lvl7pPr algn="ctr">
              <a:defRPr sz="1875" b="1">
                <a:solidFill>
                  <a:srgbClr val="655DEB"/>
                </a:solidFill>
                <a:latin typeface="Segoe UI"/>
                <a:ea typeface="Segoe UI"/>
                <a:cs typeface="Segoe UI"/>
              </a:defRPr>
            </a:lvl7pPr>
            <a:lvl8pPr algn="ctr">
              <a:defRPr sz="1875" b="1">
                <a:solidFill>
                  <a:srgbClr val="655DEB"/>
                </a:solidFill>
                <a:latin typeface="Segoe UI"/>
                <a:ea typeface="Segoe UI"/>
                <a:cs typeface="Segoe UI"/>
              </a:defRPr>
            </a:lvl8pPr>
            <a:lvl9pPr algn="ctr">
              <a:defRPr sz="1875" b="1">
                <a:solidFill>
                  <a:srgbClr val="655DEB"/>
                </a:solidFill>
                <a:latin typeface="Segoe UI"/>
                <a:ea typeface="Segoe UI"/>
                <a:cs typeface="Segoe UI"/>
              </a:defRPr>
            </a:lvl9pPr>
          </a:lstStyle>
          <a:p xmlns:a="http://schemas.openxmlformats.org/drawingml/2006/main">
            <a:pPr algn="ctr">
              <a:defRPr sz="1875" b="1">
                <a:solidFill>
                  <a:srgbClr val="655DEB"/>
                </a:solidFill>
                <a:latin typeface="Segoe UI"/>
                <a:ea typeface="Segoe UI"/>
                <a:cs typeface="Segoe UI"/>
              </a:defRPr>
            </a:pPr>
            <a:r>
              <a:rPr sz="1875" b="1">
                <a:solidFill>
                  <a:srgbClr val="655DEB"/>
                </a:solidFill>
                <a:latin typeface="Segoe UI"/>
                <a:ea typeface="Segoe UI"/>
                <a:cs typeface="Segoe UI"/>
              </a:rPr>
              <a:t>→</a:t>
            </a:r>
          </a:p>
        </p:txBody>
      </p:sp>
      <p:sp>
        <p:nvSpPr>
          <p:cNvPr id="18" name="">
            <a:extLst xmlns:a="http://schemas.openxmlformats.org/drawingml/2006/main">
              <a:ext uri="{FF2B5EF4-FFF2-40B4-BE49-F238E27FC236}">
                <a16:creationId xmlns:a16="http://schemas.microsoft.com/office/drawing/2014/main" id="{FDF01E90-B0FC-43C3-B97E-46082C09A677}"/>
              </a:ext>
            </a:extLst>
          </p:cNvPr>
          <p:cNvSpPr>
            <a:spLocks xmlns:a="http://schemas.openxmlformats.org/drawingml/2006/main" noGrp="1"/>
          </p:cNvSpPr>
          <p:nvPr/>
        </p:nvSpPr>
        <p:spPr>
          <a:xfrm xmlns:a="http://schemas.openxmlformats.org/drawingml/2006/main">
            <a:off x="6191250" y="2381250"/>
            <a:ext cx="2238375" cy="38100"/>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E4B7E12-F7BF-44AB-B89E-3F36A7340958}"/>
              </a:ext>
            </a:extLst>
          </p:cNvPr>
          <p:cNvSpPr>
            <a:spLocks xmlns:a="http://schemas.openxmlformats.org/drawingml/2006/main" noGrp="1"/>
          </p:cNvSpPr>
          <p:nvPr/>
        </p:nvSpPr>
        <p:spPr>
          <a:xfrm xmlns:a="http://schemas.openxmlformats.org/drawingml/2006/main">
            <a:off x="6191250" y="260985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55DEB"/>
                </a:solidFill>
                <a:latin typeface="Segoe UI"/>
                <a:ea typeface="Segoe UI"/>
                <a:cs typeface="Segoe UI"/>
              </a:defRPr>
            </a:defPPr>
            <a:lvl1pPr algn="l">
              <a:defRPr sz="975" b="1">
                <a:solidFill>
                  <a:srgbClr val="655DEB"/>
                </a:solidFill>
                <a:latin typeface="Segoe UI"/>
                <a:ea typeface="Segoe UI"/>
                <a:cs typeface="Segoe UI"/>
              </a:defRPr>
            </a:lvl1pPr>
            <a:lvl2pPr algn="l">
              <a:defRPr sz="975" b="1">
                <a:solidFill>
                  <a:srgbClr val="655DEB"/>
                </a:solidFill>
                <a:latin typeface="Segoe UI"/>
                <a:ea typeface="Segoe UI"/>
                <a:cs typeface="Segoe UI"/>
              </a:defRPr>
            </a:lvl2pPr>
            <a:lvl3pPr algn="l">
              <a:defRPr sz="975" b="1">
                <a:solidFill>
                  <a:srgbClr val="655DEB"/>
                </a:solidFill>
                <a:latin typeface="Segoe UI"/>
                <a:ea typeface="Segoe UI"/>
                <a:cs typeface="Segoe UI"/>
              </a:defRPr>
            </a:lvl3pPr>
            <a:lvl4pPr algn="l">
              <a:defRPr sz="975" b="1">
                <a:solidFill>
                  <a:srgbClr val="655DEB"/>
                </a:solidFill>
                <a:latin typeface="Segoe UI"/>
                <a:ea typeface="Segoe UI"/>
                <a:cs typeface="Segoe UI"/>
              </a:defRPr>
            </a:lvl4pPr>
            <a:lvl5pPr algn="l">
              <a:defRPr sz="975" b="1">
                <a:solidFill>
                  <a:srgbClr val="655DEB"/>
                </a:solidFill>
                <a:latin typeface="Segoe UI"/>
                <a:ea typeface="Segoe UI"/>
                <a:cs typeface="Segoe UI"/>
              </a:defRPr>
            </a:lvl5pPr>
            <a:lvl6pPr algn="l">
              <a:defRPr sz="975" b="1">
                <a:solidFill>
                  <a:srgbClr val="655DEB"/>
                </a:solidFill>
                <a:latin typeface="Segoe UI"/>
                <a:ea typeface="Segoe UI"/>
                <a:cs typeface="Segoe UI"/>
              </a:defRPr>
            </a:lvl6pPr>
            <a:lvl7pPr algn="l">
              <a:defRPr sz="975" b="1">
                <a:solidFill>
                  <a:srgbClr val="655DEB"/>
                </a:solidFill>
                <a:latin typeface="Segoe UI"/>
                <a:ea typeface="Segoe UI"/>
                <a:cs typeface="Segoe UI"/>
              </a:defRPr>
            </a:lvl7pPr>
            <a:lvl8pPr algn="l">
              <a:defRPr sz="975" b="1">
                <a:solidFill>
                  <a:srgbClr val="655DEB"/>
                </a:solidFill>
                <a:latin typeface="Segoe UI"/>
                <a:ea typeface="Segoe UI"/>
                <a:cs typeface="Segoe UI"/>
              </a:defRPr>
            </a:lvl8pPr>
            <a:lvl9pPr algn="l">
              <a:defRPr sz="975" b="1">
                <a:solidFill>
                  <a:srgbClr val="655DEB"/>
                </a:solidFill>
                <a:latin typeface="Segoe UI"/>
                <a:ea typeface="Segoe UI"/>
                <a:cs typeface="Segoe UI"/>
              </a:defRPr>
            </a:lvl9pPr>
          </a:lstStyle>
          <a:p xmlns:a="http://schemas.openxmlformats.org/drawingml/2006/main">
            <a:pPr algn="l">
              <a:defRPr sz="975" b="1">
                <a:solidFill>
                  <a:srgbClr val="655DEB"/>
                </a:solidFill>
                <a:latin typeface="Segoe UI"/>
                <a:ea typeface="Segoe UI"/>
                <a:cs typeface="Segoe UI"/>
              </a:defRPr>
            </a:pPr>
            <a:r>
              <a:rPr sz="975" b="1">
                <a:solidFill>
                  <a:srgbClr val="655DEB"/>
                </a:solidFill>
                <a:latin typeface="Segoe UI"/>
                <a:ea typeface="Segoe UI"/>
                <a:cs typeface="Segoe UI"/>
              </a:rPr>
              <a:t>03</a:t>
            </a:r>
          </a:p>
        </p:txBody>
      </p:sp>
      <p:sp>
        <p:nvSpPr>
          <p:cNvPr id="20" name="">
            <a:extLst xmlns:a="http://schemas.openxmlformats.org/drawingml/2006/main">
              <a:ext uri="{FF2B5EF4-FFF2-40B4-BE49-F238E27FC236}">
                <a16:creationId xmlns:a16="http://schemas.microsoft.com/office/drawing/2014/main" id="{42CF78E8-F8D8-4E1C-9992-E278CB2E96F3}"/>
              </a:ext>
            </a:extLst>
          </p:cNvPr>
          <p:cNvSpPr>
            <a:spLocks xmlns:a="http://schemas.openxmlformats.org/drawingml/2006/main" noGrp="1"/>
          </p:cNvSpPr>
          <p:nvPr/>
        </p:nvSpPr>
        <p:spPr>
          <a:xfrm xmlns:a="http://schemas.openxmlformats.org/drawingml/2006/main">
            <a:off x="6191250" y="298132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1827"/>
                </a:solidFill>
                <a:latin typeface="Segoe UI"/>
                <a:ea typeface="Segoe UI"/>
                <a:cs typeface="Segoe UI"/>
              </a:defRPr>
            </a:defPPr>
            <a:lvl1pPr algn="l">
              <a:defRPr sz="1650" b="1">
                <a:solidFill>
                  <a:srgbClr val="171827"/>
                </a:solidFill>
                <a:latin typeface="Segoe UI"/>
                <a:ea typeface="Segoe UI"/>
                <a:cs typeface="Segoe UI"/>
              </a:defRPr>
            </a:lvl1pPr>
            <a:lvl2pPr algn="l">
              <a:defRPr sz="1650" b="1">
                <a:solidFill>
                  <a:srgbClr val="171827"/>
                </a:solidFill>
                <a:latin typeface="Segoe UI"/>
                <a:ea typeface="Segoe UI"/>
                <a:cs typeface="Segoe UI"/>
              </a:defRPr>
            </a:lvl2pPr>
            <a:lvl3pPr algn="l">
              <a:defRPr sz="1650" b="1">
                <a:solidFill>
                  <a:srgbClr val="171827"/>
                </a:solidFill>
                <a:latin typeface="Segoe UI"/>
                <a:ea typeface="Segoe UI"/>
                <a:cs typeface="Segoe UI"/>
              </a:defRPr>
            </a:lvl3pPr>
            <a:lvl4pPr algn="l">
              <a:defRPr sz="1650" b="1">
                <a:solidFill>
                  <a:srgbClr val="171827"/>
                </a:solidFill>
                <a:latin typeface="Segoe UI"/>
                <a:ea typeface="Segoe UI"/>
                <a:cs typeface="Segoe UI"/>
              </a:defRPr>
            </a:lvl4pPr>
            <a:lvl5pPr algn="l">
              <a:defRPr sz="1650" b="1">
                <a:solidFill>
                  <a:srgbClr val="171827"/>
                </a:solidFill>
                <a:latin typeface="Segoe UI"/>
                <a:ea typeface="Segoe UI"/>
                <a:cs typeface="Segoe UI"/>
              </a:defRPr>
            </a:lvl5pPr>
            <a:lvl6pPr algn="l">
              <a:defRPr sz="1650" b="1">
                <a:solidFill>
                  <a:srgbClr val="171827"/>
                </a:solidFill>
                <a:latin typeface="Segoe UI"/>
                <a:ea typeface="Segoe UI"/>
                <a:cs typeface="Segoe UI"/>
              </a:defRPr>
            </a:lvl6pPr>
            <a:lvl7pPr algn="l">
              <a:defRPr sz="1650" b="1">
                <a:solidFill>
                  <a:srgbClr val="171827"/>
                </a:solidFill>
                <a:latin typeface="Segoe UI"/>
                <a:ea typeface="Segoe UI"/>
                <a:cs typeface="Segoe UI"/>
              </a:defRPr>
            </a:lvl7pPr>
            <a:lvl8pPr algn="l">
              <a:defRPr sz="1650" b="1">
                <a:solidFill>
                  <a:srgbClr val="171827"/>
                </a:solidFill>
                <a:latin typeface="Segoe UI"/>
                <a:ea typeface="Segoe UI"/>
                <a:cs typeface="Segoe UI"/>
              </a:defRPr>
            </a:lvl8pPr>
            <a:lvl9pPr algn="l">
              <a:defRPr sz="1650" b="1">
                <a:solidFill>
                  <a:srgbClr val="171827"/>
                </a:solidFill>
                <a:latin typeface="Segoe UI"/>
                <a:ea typeface="Segoe UI"/>
                <a:cs typeface="Segoe UI"/>
              </a:defRPr>
            </a:lvl9pPr>
          </a:lstStyle>
          <a:p xmlns:a="http://schemas.openxmlformats.org/drawingml/2006/main">
            <a:pPr algn="l">
              <a:defRPr sz="1650" b="1">
                <a:solidFill>
                  <a:srgbClr val="171827"/>
                </a:solidFill>
                <a:latin typeface="Segoe UI"/>
                <a:ea typeface="Segoe UI"/>
                <a:cs typeface="Segoe UI"/>
              </a:defRPr>
            </a:pPr>
            <a:r>
              <a:rPr sz="1650" b="1">
                <a:solidFill>
                  <a:srgbClr val="171827"/>
                </a:solidFill>
                <a:latin typeface="Segoe UI"/>
                <a:ea typeface="Segoe UI"/>
                <a:cs typeface="Segoe UI"/>
              </a:rPr>
              <a:t>Send event</a:t>
            </a:r>
          </a:p>
        </p:txBody>
      </p:sp>
      <p:sp>
        <p:nvSpPr>
          <p:cNvPr id="21" name="">
            <a:extLst xmlns:a="http://schemas.openxmlformats.org/drawingml/2006/main">
              <a:ext uri="{FF2B5EF4-FFF2-40B4-BE49-F238E27FC236}">
                <a16:creationId xmlns:a16="http://schemas.microsoft.com/office/drawing/2014/main" id="{2B228C97-578A-4104-8197-17F4754510C9}"/>
              </a:ext>
            </a:extLst>
          </p:cNvPr>
          <p:cNvSpPr>
            <a:spLocks xmlns:a="http://schemas.openxmlformats.org/drawingml/2006/main" noGrp="1"/>
          </p:cNvSpPr>
          <p:nvPr/>
        </p:nvSpPr>
        <p:spPr>
          <a:xfrm xmlns:a="http://schemas.openxmlformats.org/drawingml/2006/main">
            <a:off x="6191250" y="34480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Use the sample task event on the detail screen.</a:t>
            </a:r>
          </a:p>
        </p:txBody>
      </p:sp>
      <p:sp>
        <p:nvSpPr>
          <p:cNvPr id="22" name="">
            <a:extLst xmlns:a="http://schemas.openxmlformats.org/drawingml/2006/main">
              <a:ext uri="{FF2B5EF4-FFF2-40B4-BE49-F238E27FC236}">
                <a16:creationId xmlns:a16="http://schemas.microsoft.com/office/drawing/2014/main" id="{9026E83D-435C-4A82-B73C-0AA2D23D5DA8}"/>
              </a:ext>
            </a:extLst>
          </p:cNvPr>
          <p:cNvSpPr>
            <a:spLocks xmlns:a="http://schemas.openxmlformats.org/drawingml/2006/main" noGrp="1"/>
          </p:cNvSpPr>
          <p:nvPr/>
        </p:nvSpPr>
        <p:spPr>
          <a:xfrm xmlns:a="http://schemas.openxmlformats.org/drawingml/2006/main">
            <a:off x="8543925" y="30003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655DEB"/>
                </a:solidFill>
                <a:latin typeface="Segoe UI"/>
                <a:ea typeface="Segoe UI"/>
                <a:cs typeface="Segoe UI"/>
              </a:defRPr>
            </a:defPPr>
            <a:lvl1pPr algn="ctr">
              <a:defRPr sz="1875" b="1">
                <a:solidFill>
                  <a:srgbClr val="655DEB"/>
                </a:solidFill>
                <a:latin typeface="Segoe UI"/>
                <a:ea typeface="Segoe UI"/>
                <a:cs typeface="Segoe UI"/>
              </a:defRPr>
            </a:lvl1pPr>
            <a:lvl2pPr algn="ctr">
              <a:defRPr sz="1875" b="1">
                <a:solidFill>
                  <a:srgbClr val="655DEB"/>
                </a:solidFill>
                <a:latin typeface="Segoe UI"/>
                <a:ea typeface="Segoe UI"/>
                <a:cs typeface="Segoe UI"/>
              </a:defRPr>
            </a:lvl2pPr>
            <a:lvl3pPr algn="ctr">
              <a:defRPr sz="1875" b="1">
                <a:solidFill>
                  <a:srgbClr val="655DEB"/>
                </a:solidFill>
                <a:latin typeface="Segoe UI"/>
                <a:ea typeface="Segoe UI"/>
                <a:cs typeface="Segoe UI"/>
              </a:defRPr>
            </a:lvl3pPr>
            <a:lvl4pPr algn="ctr">
              <a:defRPr sz="1875" b="1">
                <a:solidFill>
                  <a:srgbClr val="655DEB"/>
                </a:solidFill>
                <a:latin typeface="Segoe UI"/>
                <a:ea typeface="Segoe UI"/>
                <a:cs typeface="Segoe UI"/>
              </a:defRPr>
            </a:lvl4pPr>
            <a:lvl5pPr algn="ctr">
              <a:defRPr sz="1875" b="1">
                <a:solidFill>
                  <a:srgbClr val="655DEB"/>
                </a:solidFill>
                <a:latin typeface="Segoe UI"/>
                <a:ea typeface="Segoe UI"/>
                <a:cs typeface="Segoe UI"/>
              </a:defRPr>
            </a:lvl5pPr>
            <a:lvl6pPr algn="ctr">
              <a:defRPr sz="1875" b="1">
                <a:solidFill>
                  <a:srgbClr val="655DEB"/>
                </a:solidFill>
                <a:latin typeface="Segoe UI"/>
                <a:ea typeface="Segoe UI"/>
                <a:cs typeface="Segoe UI"/>
              </a:defRPr>
            </a:lvl6pPr>
            <a:lvl7pPr algn="ctr">
              <a:defRPr sz="1875" b="1">
                <a:solidFill>
                  <a:srgbClr val="655DEB"/>
                </a:solidFill>
                <a:latin typeface="Segoe UI"/>
                <a:ea typeface="Segoe UI"/>
                <a:cs typeface="Segoe UI"/>
              </a:defRPr>
            </a:lvl7pPr>
            <a:lvl8pPr algn="ctr">
              <a:defRPr sz="1875" b="1">
                <a:solidFill>
                  <a:srgbClr val="655DEB"/>
                </a:solidFill>
                <a:latin typeface="Segoe UI"/>
                <a:ea typeface="Segoe UI"/>
                <a:cs typeface="Segoe UI"/>
              </a:defRPr>
            </a:lvl8pPr>
            <a:lvl9pPr algn="ctr">
              <a:defRPr sz="1875" b="1">
                <a:solidFill>
                  <a:srgbClr val="655DEB"/>
                </a:solidFill>
                <a:latin typeface="Segoe UI"/>
                <a:ea typeface="Segoe UI"/>
                <a:cs typeface="Segoe UI"/>
              </a:defRPr>
            </a:lvl9pPr>
          </a:lstStyle>
          <a:p xmlns:a="http://schemas.openxmlformats.org/drawingml/2006/main">
            <a:pPr algn="ctr">
              <a:defRPr sz="1875" b="1">
                <a:solidFill>
                  <a:srgbClr val="655DEB"/>
                </a:solidFill>
                <a:latin typeface="Segoe UI"/>
                <a:ea typeface="Segoe UI"/>
                <a:cs typeface="Segoe UI"/>
              </a:defRPr>
            </a:pPr>
            <a:r>
              <a:rPr sz="1875" b="1">
                <a:solidFill>
                  <a:srgbClr val="655DEB"/>
                </a:solidFill>
                <a:latin typeface="Segoe UI"/>
                <a:ea typeface="Segoe UI"/>
                <a:cs typeface="Segoe UI"/>
              </a:rPr>
              <a:t>→</a:t>
            </a:r>
          </a:p>
        </p:txBody>
      </p:sp>
      <p:sp>
        <p:nvSpPr>
          <p:cNvPr id="23" name="">
            <a:extLst xmlns:a="http://schemas.openxmlformats.org/drawingml/2006/main">
              <a:ext uri="{FF2B5EF4-FFF2-40B4-BE49-F238E27FC236}">
                <a16:creationId xmlns:a16="http://schemas.microsoft.com/office/drawing/2014/main" id="{FEABA7BD-FA82-4247-BA11-6B5A25698092}"/>
              </a:ext>
            </a:extLst>
          </p:cNvPr>
          <p:cNvSpPr>
            <a:spLocks xmlns:a="http://schemas.openxmlformats.org/drawingml/2006/main" noGrp="1"/>
          </p:cNvSpPr>
          <p:nvPr/>
        </p:nvSpPr>
        <p:spPr>
          <a:xfrm xmlns:a="http://schemas.openxmlformats.org/drawingml/2006/main">
            <a:off x="8905875" y="2381250"/>
            <a:ext cx="2238375" cy="38100"/>
          </a:xfrm>
          <a:prstGeom xmlns:a="http://schemas.openxmlformats.org/drawingml/2006/main" prst="rect">
            <a:avLst/>
          </a:prstGeom>
          <a:solidFill xmlns:a="http://schemas.openxmlformats.org/drawingml/2006/main">
            <a:srgbClr val="147D6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03ECB0D-3022-4DDB-8275-55352E39ACC1}"/>
              </a:ext>
            </a:extLst>
          </p:cNvPr>
          <p:cNvSpPr>
            <a:spLocks xmlns:a="http://schemas.openxmlformats.org/drawingml/2006/main" noGrp="1"/>
          </p:cNvSpPr>
          <p:nvPr/>
        </p:nvSpPr>
        <p:spPr>
          <a:xfrm xmlns:a="http://schemas.openxmlformats.org/drawingml/2006/main">
            <a:off x="8905875" y="260985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47D61"/>
                </a:solidFill>
                <a:latin typeface="Segoe UI"/>
                <a:ea typeface="Segoe UI"/>
                <a:cs typeface="Segoe UI"/>
              </a:defRPr>
            </a:defPPr>
            <a:lvl1pPr algn="l">
              <a:defRPr sz="975" b="1">
                <a:solidFill>
                  <a:srgbClr val="147D61"/>
                </a:solidFill>
                <a:latin typeface="Segoe UI"/>
                <a:ea typeface="Segoe UI"/>
                <a:cs typeface="Segoe UI"/>
              </a:defRPr>
            </a:lvl1pPr>
            <a:lvl2pPr algn="l">
              <a:defRPr sz="975" b="1">
                <a:solidFill>
                  <a:srgbClr val="147D61"/>
                </a:solidFill>
                <a:latin typeface="Segoe UI"/>
                <a:ea typeface="Segoe UI"/>
                <a:cs typeface="Segoe UI"/>
              </a:defRPr>
            </a:lvl2pPr>
            <a:lvl3pPr algn="l">
              <a:defRPr sz="975" b="1">
                <a:solidFill>
                  <a:srgbClr val="147D61"/>
                </a:solidFill>
                <a:latin typeface="Segoe UI"/>
                <a:ea typeface="Segoe UI"/>
                <a:cs typeface="Segoe UI"/>
              </a:defRPr>
            </a:lvl3pPr>
            <a:lvl4pPr algn="l">
              <a:defRPr sz="975" b="1">
                <a:solidFill>
                  <a:srgbClr val="147D61"/>
                </a:solidFill>
                <a:latin typeface="Segoe UI"/>
                <a:ea typeface="Segoe UI"/>
                <a:cs typeface="Segoe UI"/>
              </a:defRPr>
            </a:lvl4pPr>
            <a:lvl5pPr algn="l">
              <a:defRPr sz="975" b="1">
                <a:solidFill>
                  <a:srgbClr val="147D61"/>
                </a:solidFill>
                <a:latin typeface="Segoe UI"/>
                <a:ea typeface="Segoe UI"/>
                <a:cs typeface="Segoe UI"/>
              </a:defRPr>
            </a:lvl5pPr>
            <a:lvl6pPr algn="l">
              <a:defRPr sz="975" b="1">
                <a:solidFill>
                  <a:srgbClr val="147D61"/>
                </a:solidFill>
                <a:latin typeface="Segoe UI"/>
                <a:ea typeface="Segoe UI"/>
                <a:cs typeface="Segoe UI"/>
              </a:defRPr>
            </a:lvl6pPr>
            <a:lvl7pPr algn="l">
              <a:defRPr sz="975" b="1">
                <a:solidFill>
                  <a:srgbClr val="147D61"/>
                </a:solidFill>
                <a:latin typeface="Segoe UI"/>
                <a:ea typeface="Segoe UI"/>
                <a:cs typeface="Segoe UI"/>
              </a:defRPr>
            </a:lvl7pPr>
            <a:lvl8pPr algn="l">
              <a:defRPr sz="975" b="1">
                <a:solidFill>
                  <a:srgbClr val="147D61"/>
                </a:solidFill>
                <a:latin typeface="Segoe UI"/>
                <a:ea typeface="Segoe UI"/>
                <a:cs typeface="Segoe UI"/>
              </a:defRPr>
            </a:lvl8pPr>
            <a:lvl9pPr algn="l">
              <a:defRPr sz="975" b="1">
                <a:solidFill>
                  <a:srgbClr val="147D61"/>
                </a:solidFill>
                <a:latin typeface="Segoe UI"/>
                <a:ea typeface="Segoe UI"/>
                <a:cs typeface="Segoe UI"/>
              </a:defRPr>
            </a:lvl9pPr>
          </a:lstStyle>
          <a:p xmlns:a="http://schemas.openxmlformats.org/drawingml/2006/main">
            <a:pPr algn="l">
              <a:defRPr sz="975" b="1">
                <a:solidFill>
                  <a:srgbClr val="147D61"/>
                </a:solidFill>
                <a:latin typeface="Segoe UI"/>
                <a:ea typeface="Segoe UI"/>
                <a:cs typeface="Segoe UI"/>
              </a:defRPr>
            </a:pPr>
            <a:r>
              <a:rPr sz="975" b="1">
                <a:solidFill>
                  <a:srgbClr val="147D61"/>
                </a:solidFill>
                <a:latin typeface="Segoe UI"/>
                <a:ea typeface="Segoe UI"/>
                <a:cs typeface="Segoe UI"/>
              </a:rPr>
              <a:t>04</a:t>
            </a:r>
          </a:p>
        </p:txBody>
      </p:sp>
      <p:sp>
        <p:nvSpPr>
          <p:cNvPr id="25" name="">
            <a:extLst xmlns:a="http://schemas.openxmlformats.org/drawingml/2006/main">
              <a:ext uri="{FF2B5EF4-FFF2-40B4-BE49-F238E27FC236}">
                <a16:creationId xmlns:a16="http://schemas.microsoft.com/office/drawing/2014/main" id="{CF99B18C-7BCD-42C0-BADE-311A19DF53A7}"/>
              </a:ext>
            </a:extLst>
          </p:cNvPr>
          <p:cNvSpPr>
            <a:spLocks xmlns:a="http://schemas.openxmlformats.org/drawingml/2006/main" noGrp="1"/>
          </p:cNvSpPr>
          <p:nvPr/>
        </p:nvSpPr>
        <p:spPr>
          <a:xfrm xmlns:a="http://schemas.openxmlformats.org/drawingml/2006/main">
            <a:off x="8905875" y="298132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1827"/>
                </a:solidFill>
                <a:latin typeface="Segoe UI"/>
                <a:ea typeface="Segoe UI"/>
                <a:cs typeface="Segoe UI"/>
              </a:defRPr>
            </a:defPPr>
            <a:lvl1pPr algn="l">
              <a:defRPr sz="1650" b="1">
                <a:solidFill>
                  <a:srgbClr val="171827"/>
                </a:solidFill>
                <a:latin typeface="Segoe UI"/>
                <a:ea typeface="Segoe UI"/>
                <a:cs typeface="Segoe UI"/>
              </a:defRPr>
            </a:lvl1pPr>
            <a:lvl2pPr algn="l">
              <a:defRPr sz="1650" b="1">
                <a:solidFill>
                  <a:srgbClr val="171827"/>
                </a:solidFill>
                <a:latin typeface="Segoe UI"/>
                <a:ea typeface="Segoe UI"/>
                <a:cs typeface="Segoe UI"/>
              </a:defRPr>
            </a:lvl2pPr>
            <a:lvl3pPr algn="l">
              <a:defRPr sz="1650" b="1">
                <a:solidFill>
                  <a:srgbClr val="171827"/>
                </a:solidFill>
                <a:latin typeface="Segoe UI"/>
                <a:ea typeface="Segoe UI"/>
                <a:cs typeface="Segoe UI"/>
              </a:defRPr>
            </a:lvl3pPr>
            <a:lvl4pPr algn="l">
              <a:defRPr sz="1650" b="1">
                <a:solidFill>
                  <a:srgbClr val="171827"/>
                </a:solidFill>
                <a:latin typeface="Segoe UI"/>
                <a:ea typeface="Segoe UI"/>
                <a:cs typeface="Segoe UI"/>
              </a:defRPr>
            </a:lvl4pPr>
            <a:lvl5pPr algn="l">
              <a:defRPr sz="1650" b="1">
                <a:solidFill>
                  <a:srgbClr val="171827"/>
                </a:solidFill>
                <a:latin typeface="Segoe UI"/>
                <a:ea typeface="Segoe UI"/>
                <a:cs typeface="Segoe UI"/>
              </a:defRPr>
            </a:lvl5pPr>
            <a:lvl6pPr algn="l">
              <a:defRPr sz="1650" b="1">
                <a:solidFill>
                  <a:srgbClr val="171827"/>
                </a:solidFill>
                <a:latin typeface="Segoe UI"/>
                <a:ea typeface="Segoe UI"/>
                <a:cs typeface="Segoe UI"/>
              </a:defRPr>
            </a:lvl6pPr>
            <a:lvl7pPr algn="l">
              <a:defRPr sz="1650" b="1">
                <a:solidFill>
                  <a:srgbClr val="171827"/>
                </a:solidFill>
                <a:latin typeface="Segoe UI"/>
                <a:ea typeface="Segoe UI"/>
                <a:cs typeface="Segoe UI"/>
              </a:defRPr>
            </a:lvl7pPr>
            <a:lvl8pPr algn="l">
              <a:defRPr sz="1650" b="1">
                <a:solidFill>
                  <a:srgbClr val="171827"/>
                </a:solidFill>
                <a:latin typeface="Segoe UI"/>
                <a:ea typeface="Segoe UI"/>
                <a:cs typeface="Segoe UI"/>
              </a:defRPr>
            </a:lvl8pPr>
            <a:lvl9pPr algn="l">
              <a:defRPr sz="1650" b="1">
                <a:solidFill>
                  <a:srgbClr val="171827"/>
                </a:solidFill>
                <a:latin typeface="Segoe UI"/>
                <a:ea typeface="Segoe UI"/>
                <a:cs typeface="Segoe UI"/>
              </a:defRPr>
            </a:lvl9pPr>
          </a:lstStyle>
          <a:p xmlns:a="http://schemas.openxmlformats.org/drawingml/2006/main">
            <a:pPr algn="l">
              <a:defRPr sz="1650" b="1">
                <a:solidFill>
                  <a:srgbClr val="171827"/>
                </a:solidFill>
                <a:latin typeface="Segoe UI"/>
                <a:ea typeface="Segoe UI"/>
                <a:cs typeface="Segoe UI"/>
              </a:defRPr>
            </a:pPr>
            <a:r>
              <a:rPr sz="1650" b="1">
                <a:solidFill>
                  <a:srgbClr val="171827"/>
                </a:solidFill>
                <a:latin typeface="Segoe UI"/>
                <a:ea typeface="Segoe UI"/>
                <a:cs typeface="Segoe UI"/>
              </a:rPr>
              <a:t>Verify</a:t>
            </a:r>
          </a:p>
        </p:txBody>
      </p:sp>
      <p:sp>
        <p:nvSpPr>
          <p:cNvPr id="26" name="">
            <a:extLst xmlns:a="http://schemas.openxmlformats.org/drawingml/2006/main">
              <a:ext uri="{FF2B5EF4-FFF2-40B4-BE49-F238E27FC236}">
                <a16:creationId xmlns:a16="http://schemas.microsoft.com/office/drawing/2014/main" id="{413BAC7E-64A8-47BB-B39E-70BA4A932225}"/>
              </a:ext>
            </a:extLst>
          </p:cNvPr>
          <p:cNvSpPr>
            <a:spLocks xmlns:a="http://schemas.openxmlformats.org/drawingml/2006/main" noGrp="1"/>
          </p:cNvSpPr>
          <p:nvPr/>
        </p:nvSpPr>
        <p:spPr>
          <a:xfrm xmlns:a="http://schemas.openxmlformats.org/drawingml/2006/main">
            <a:off x="8905875" y="34480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Run = completed; action = succeeded.</a:t>
            </a:r>
          </a:p>
        </p:txBody>
      </p:sp>
      <p:sp>
        <p:nvSpPr>
          <p:cNvPr id="27" name="">
            <a:extLst xmlns:a="http://schemas.openxmlformats.org/drawingml/2006/main">
              <a:ext uri="{FF2B5EF4-FFF2-40B4-BE49-F238E27FC236}">
                <a16:creationId xmlns:a16="http://schemas.microsoft.com/office/drawing/2014/main" id="{EBC8096C-ADAD-476D-BEF0-13AC0959DD45}"/>
              </a:ext>
            </a:extLst>
          </p:cNvPr>
          <p:cNvSpPr>
            <a:spLocks xmlns:a="http://schemas.openxmlformats.org/drawingml/2006/main" noGrp="1"/>
          </p:cNvSpPr>
          <p:nvPr/>
        </p:nvSpPr>
        <p:spPr>
          <a:xfrm xmlns:a="http://schemas.openxmlformats.org/drawingml/2006/main">
            <a:off x="762000" y="4762500"/>
            <a:ext cx="10382250" cy="666750"/>
          </a:xfrm>
          <a:prstGeom xmlns:a="http://schemas.openxmlformats.org/drawingml/2006/main" prst="roundRect">
            <a:avLst>
              <a:gd name="adj" fmla="val 20000"/>
            </a:avLst>
          </a:prstGeom>
          <a:solidFill xmlns:a="http://schemas.openxmlformats.org/drawingml/2006/main">
            <a:srgbClr val="E7F7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B83EE2E-FBB8-465C-BFF6-984A166B358A}"/>
              </a:ext>
            </a:extLst>
          </p:cNvPr>
          <p:cNvSpPr>
            <a:spLocks xmlns:a="http://schemas.openxmlformats.org/drawingml/2006/main" noGrp="1"/>
          </p:cNvSpPr>
          <p:nvPr/>
        </p:nvSpPr>
        <p:spPr>
          <a:xfrm xmlns:a="http://schemas.openxmlformats.org/drawingml/2006/main">
            <a:off x="981075" y="49149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147D61"/>
                </a:solidFill>
                <a:latin typeface="Segoe UI"/>
                <a:ea typeface="Segoe UI"/>
                <a:cs typeface="Segoe UI"/>
              </a:defRPr>
            </a:defPPr>
            <a:lvl1pPr algn="l">
              <a:defRPr sz="1050" b="1">
                <a:solidFill>
                  <a:srgbClr val="147D61"/>
                </a:solidFill>
                <a:latin typeface="Segoe UI"/>
                <a:ea typeface="Segoe UI"/>
                <a:cs typeface="Segoe UI"/>
              </a:defRPr>
            </a:lvl1pPr>
            <a:lvl2pPr algn="l">
              <a:defRPr sz="1050" b="1">
                <a:solidFill>
                  <a:srgbClr val="147D61"/>
                </a:solidFill>
                <a:latin typeface="Segoe UI"/>
                <a:ea typeface="Segoe UI"/>
                <a:cs typeface="Segoe UI"/>
              </a:defRPr>
            </a:lvl2pPr>
            <a:lvl3pPr algn="l">
              <a:defRPr sz="1050" b="1">
                <a:solidFill>
                  <a:srgbClr val="147D61"/>
                </a:solidFill>
                <a:latin typeface="Segoe UI"/>
                <a:ea typeface="Segoe UI"/>
                <a:cs typeface="Segoe UI"/>
              </a:defRPr>
            </a:lvl3pPr>
            <a:lvl4pPr algn="l">
              <a:defRPr sz="1050" b="1">
                <a:solidFill>
                  <a:srgbClr val="147D61"/>
                </a:solidFill>
                <a:latin typeface="Segoe UI"/>
                <a:ea typeface="Segoe UI"/>
                <a:cs typeface="Segoe UI"/>
              </a:defRPr>
            </a:lvl4pPr>
            <a:lvl5pPr algn="l">
              <a:defRPr sz="1050" b="1">
                <a:solidFill>
                  <a:srgbClr val="147D61"/>
                </a:solidFill>
                <a:latin typeface="Segoe UI"/>
                <a:ea typeface="Segoe UI"/>
                <a:cs typeface="Segoe UI"/>
              </a:defRPr>
            </a:lvl5pPr>
            <a:lvl6pPr algn="l">
              <a:defRPr sz="1050" b="1">
                <a:solidFill>
                  <a:srgbClr val="147D61"/>
                </a:solidFill>
                <a:latin typeface="Segoe UI"/>
                <a:ea typeface="Segoe UI"/>
                <a:cs typeface="Segoe UI"/>
              </a:defRPr>
            </a:lvl6pPr>
            <a:lvl7pPr algn="l">
              <a:defRPr sz="1050" b="1">
                <a:solidFill>
                  <a:srgbClr val="147D61"/>
                </a:solidFill>
                <a:latin typeface="Segoe UI"/>
                <a:ea typeface="Segoe UI"/>
                <a:cs typeface="Segoe UI"/>
              </a:defRPr>
            </a:lvl7pPr>
            <a:lvl8pPr algn="l">
              <a:defRPr sz="1050" b="1">
                <a:solidFill>
                  <a:srgbClr val="147D61"/>
                </a:solidFill>
                <a:latin typeface="Segoe UI"/>
                <a:ea typeface="Segoe UI"/>
                <a:cs typeface="Segoe UI"/>
              </a:defRPr>
            </a:lvl8pPr>
            <a:lvl9pPr algn="l">
              <a:defRPr sz="1050" b="1">
                <a:solidFill>
                  <a:srgbClr val="147D61"/>
                </a:solidFill>
                <a:latin typeface="Segoe UI"/>
                <a:ea typeface="Segoe UI"/>
                <a:cs typeface="Segoe UI"/>
              </a:defRPr>
            </a:lvl9pPr>
          </a:lstStyle>
          <a:p xmlns:a="http://schemas.openxmlformats.org/drawingml/2006/main">
            <a:pPr algn="l">
              <a:defRPr sz="1050" b="1">
                <a:solidFill>
                  <a:srgbClr val="147D61"/>
                </a:solidFill>
                <a:latin typeface="Segoe UI"/>
                <a:ea typeface="Segoe UI"/>
                <a:cs typeface="Segoe UI"/>
              </a:defRPr>
            </a:pPr>
            <a:r>
              <a:rPr sz="1050" b="1">
                <a:solidFill>
                  <a:srgbClr val="147D61"/>
                </a:solidFill>
                <a:latin typeface="Segoe UI"/>
                <a:ea typeface="Segoe UI"/>
                <a:cs typeface="Segoe UI"/>
              </a:rPr>
              <a:t>Success evidence</a:t>
            </a:r>
          </a:p>
        </p:txBody>
      </p:sp>
      <p:sp>
        <p:nvSpPr>
          <p:cNvPr id="29" name="">
            <a:extLst xmlns:a="http://schemas.openxmlformats.org/drawingml/2006/main">
              <a:ext uri="{FF2B5EF4-FFF2-40B4-BE49-F238E27FC236}">
                <a16:creationId xmlns:a16="http://schemas.microsoft.com/office/drawing/2014/main" id="{709B870A-0855-4354-9878-8EFE7106FE6C}"/>
              </a:ext>
            </a:extLst>
          </p:cNvPr>
          <p:cNvSpPr>
            <a:spLocks xmlns:a="http://schemas.openxmlformats.org/drawingml/2006/main" noGrp="1"/>
          </p:cNvSpPr>
          <p:nvPr/>
        </p:nvSpPr>
        <p:spPr>
          <a:xfrm xmlns:a="http://schemas.openxmlformats.org/drawingml/2006/main">
            <a:off x="2876550" y="4895850"/>
            <a:ext cx="798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71827"/>
                </a:solidFill>
                <a:latin typeface="Segoe UI"/>
                <a:ea typeface="Segoe UI"/>
                <a:cs typeface="Segoe UI"/>
              </a:defRPr>
            </a:defPPr>
            <a:lvl1pPr algn="l">
              <a:defRPr sz="1275" b="0">
                <a:solidFill>
                  <a:srgbClr val="171827"/>
                </a:solidFill>
                <a:latin typeface="Segoe UI"/>
                <a:ea typeface="Segoe UI"/>
                <a:cs typeface="Segoe UI"/>
              </a:defRPr>
            </a:lvl1pPr>
            <a:lvl2pPr algn="l">
              <a:defRPr sz="1275" b="0">
                <a:solidFill>
                  <a:srgbClr val="171827"/>
                </a:solidFill>
                <a:latin typeface="Segoe UI"/>
                <a:ea typeface="Segoe UI"/>
                <a:cs typeface="Segoe UI"/>
              </a:defRPr>
            </a:lvl2pPr>
            <a:lvl3pPr algn="l">
              <a:defRPr sz="1275" b="0">
                <a:solidFill>
                  <a:srgbClr val="171827"/>
                </a:solidFill>
                <a:latin typeface="Segoe UI"/>
                <a:ea typeface="Segoe UI"/>
                <a:cs typeface="Segoe UI"/>
              </a:defRPr>
            </a:lvl3pPr>
            <a:lvl4pPr algn="l">
              <a:defRPr sz="1275" b="0">
                <a:solidFill>
                  <a:srgbClr val="171827"/>
                </a:solidFill>
                <a:latin typeface="Segoe UI"/>
                <a:ea typeface="Segoe UI"/>
                <a:cs typeface="Segoe UI"/>
              </a:defRPr>
            </a:lvl4pPr>
            <a:lvl5pPr algn="l">
              <a:defRPr sz="1275" b="0">
                <a:solidFill>
                  <a:srgbClr val="171827"/>
                </a:solidFill>
                <a:latin typeface="Segoe UI"/>
                <a:ea typeface="Segoe UI"/>
                <a:cs typeface="Segoe UI"/>
              </a:defRPr>
            </a:lvl5pPr>
            <a:lvl6pPr algn="l">
              <a:defRPr sz="1275" b="0">
                <a:solidFill>
                  <a:srgbClr val="171827"/>
                </a:solidFill>
                <a:latin typeface="Segoe UI"/>
                <a:ea typeface="Segoe UI"/>
                <a:cs typeface="Segoe UI"/>
              </a:defRPr>
            </a:lvl6pPr>
            <a:lvl7pPr algn="l">
              <a:defRPr sz="1275" b="0">
                <a:solidFill>
                  <a:srgbClr val="171827"/>
                </a:solidFill>
                <a:latin typeface="Segoe UI"/>
                <a:ea typeface="Segoe UI"/>
                <a:cs typeface="Segoe UI"/>
              </a:defRPr>
            </a:lvl7pPr>
            <a:lvl8pPr algn="l">
              <a:defRPr sz="1275" b="0">
                <a:solidFill>
                  <a:srgbClr val="171827"/>
                </a:solidFill>
                <a:latin typeface="Segoe UI"/>
                <a:ea typeface="Segoe UI"/>
                <a:cs typeface="Segoe UI"/>
              </a:defRPr>
            </a:lvl8pPr>
            <a:lvl9pPr algn="l">
              <a:defRPr sz="1275" b="0">
                <a:solidFill>
                  <a:srgbClr val="171827"/>
                </a:solidFill>
                <a:latin typeface="Segoe UI"/>
                <a:ea typeface="Segoe UI"/>
                <a:cs typeface="Segoe UI"/>
              </a:defRPr>
            </a:lvl9pPr>
          </a:lstStyle>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Run history refreshes; open Run details and confirm the action attempt succeeded.</a:t>
            </a:r>
          </a:p>
        </p:txBody>
      </p:sp>
    </p:spTree>
    <p:extLst>
      <p:ext uri="{BB962C8B-B14F-4D97-AF65-F5344CB8AC3E}">
        <p14:creationId xmlns:p14="http://schemas.microsoft.com/office/powerpoint/2010/main" val="173443350"/>
      </p:ext>
    </p:extLst>
  </p:cSld>
</p:sld>
</file>

<file path=ppt/slides/slide9.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D038568-9FC6-4147-8569-B9DD45ADE20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10EA5A-F7C7-4DF1-9D77-954CEEF2C994}"/>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MANUAL TEST 04</a:t>
            </a:r>
          </a:p>
        </p:txBody>
      </p:sp>
      <p:sp>
        <p:nvSpPr>
          <p:cNvPr id="3" name="">
            <a:extLst xmlns:a="http://schemas.openxmlformats.org/drawingml/2006/main">
              <a:ext uri="{FF2B5EF4-FFF2-40B4-BE49-F238E27FC236}">
                <a16:creationId xmlns:a16="http://schemas.microsoft.com/office/drawing/2014/main" id="{CAE7492B-B90C-4235-8DF6-49204F08D769}"/>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Test schedules and operational signals</a:t>
            </a:r>
          </a:p>
        </p:txBody>
      </p:sp>
      <p:sp>
        <p:nvSpPr>
          <p:cNvPr id="4" name="">
            <a:extLst xmlns:a="http://schemas.openxmlformats.org/drawingml/2006/main">
              <a:ext uri="{FF2B5EF4-FFF2-40B4-BE49-F238E27FC236}">
                <a16:creationId xmlns:a16="http://schemas.microsoft.com/office/drawing/2014/main" id="{8F21252C-5AA0-4633-9EB5-E26DBAA2A2A9}"/>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Use a short interval in the local demo; check the parent automation prerequisites.</a:t>
            </a:r>
          </a:p>
        </p:txBody>
      </p:sp>
      <p:sp>
        <p:nvSpPr>
          <p:cNvPr id="5" name="">
            <a:extLst xmlns:a="http://schemas.openxmlformats.org/drawingml/2006/main">
              <a:ext uri="{FF2B5EF4-FFF2-40B4-BE49-F238E27FC236}">
                <a16:creationId xmlns:a16="http://schemas.microsoft.com/office/drawing/2014/main" id="{3A14B8B8-A214-42DF-8189-BF63027E88FE}"/>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AC38A8A-1C48-40D2-83A2-8AE37F1BF16B}"/>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88D5B29F-9780-4B2D-B518-AB1FD0BE38A0}"/>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09</a:t>
            </a:r>
          </a:p>
        </p:txBody>
      </p:sp>
      <p:sp>
        <p:nvSpPr>
          <p:cNvPr id="8" name="">
            <a:extLst xmlns:a="http://schemas.openxmlformats.org/drawingml/2006/main">
              <a:ext uri="{FF2B5EF4-FFF2-40B4-BE49-F238E27FC236}">
                <a16:creationId xmlns:a16="http://schemas.microsoft.com/office/drawing/2014/main" id="{BA27386A-4337-42BC-933D-FC1330D51E4B}"/>
              </a:ext>
            </a:extLst>
          </p:cNvPr>
          <p:cNvSpPr>
            <a:spLocks xmlns:a="http://schemas.openxmlformats.org/drawingml/2006/main" noGrp="1"/>
          </p:cNvSpPr>
          <p:nvPr/>
        </p:nvSpPr>
        <p:spPr>
          <a:xfrm xmlns:a="http://schemas.openxmlformats.org/drawingml/2006/main">
            <a:off x="762000" y="200977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SCHEDULE</a:t>
            </a:r>
          </a:p>
        </p:txBody>
      </p:sp>
      <p:sp>
        <p:nvSpPr>
          <p:cNvPr id="9" name="">
            <a:extLst xmlns:a="http://schemas.openxmlformats.org/drawingml/2006/main">
              <a:ext uri="{FF2B5EF4-FFF2-40B4-BE49-F238E27FC236}">
                <a16:creationId xmlns:a16="http://schemas.microsoft.com/office/drawing/2014/main" id="{CA07C9FF-EB01-4DDB-B630-B50FCCF31E2F}"/>
              </a:ext>
            </a:extLst>
          </p:cNvPr>
          <p:cNvSpPr>
            <a:spLocks xmlns:a="http://schemas.openxmlformats.org/drawingml/2006/main" noGrp="1"/>
          </p:cNvSpPr>
          <p:nvPr/>
        </p:nvSpPr>
        <p:spPr>
          <a:xfrm xmlns:a="http://schemas.openxmlformats.org/drawingml/2006/main">
            <a:off x="762000" y="2343150"/>
            <a:ext cx="495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71827"/>
                </a:solidFill>
                <a:latin typeface="Segoe UI"/>
                <a:ea typeface="Segoe UI"/>
                <a:cs typeface="Segoe UI"/>
              </a:defRPr>
            </a:defPPr>
            <a:lvl1pPr algn="l">
              <a:defRPr sz="1275" b="0">
                <a:solidFill>
                  <a:srgbClr val="171827"/>
                </a:solidFill>
                <a:latin typeface="Segoe UI"/>
                <a:ea typeface="Segoe UI"/>
                <a:cs typeface="Segoe UI"/>
              </a:defRPr>
            </a:lvl1pPr>
            <a:lvl2pPr algn="l">
              <a:defRPr sz="1275" b="0">
                <a:solidFill>
                  <a:srgbClr val="171827"/>
                </a:solidFill>
                <a:latin typeface="Segoe UI"/>
                <a:ea typeface="Segoe UI"/>
                <a:cs typeface="Segoe UI"/>
              </a:defRPr>
            </a:lvl2pPr>
            <a:lvl3pPr algn="l">
              <a:defRPr sz="1275" b="0">
                <a:solidFill>
                  <a:srgbClr val="171827"/>
                </a:solidFill>
                <a:latin typeface="Segoe UI"/>
                <a:ea typeface="Segoe UI"/>
                <a:cs typeface="Segoe UI"/>
              </a:defRPr>
            </a:lvl3pPr>
            <a:lvl4pPr algn="l">
              <a:defRPr sz="1275" b="0">
                <a:solidFill>
                  <a:srgbClr val="171827"/>
                </a:solidFill>
                <a:latin typeface="Segoe UI"/>
                <a:ea typeface="Segoe UI"/>
                <a:cs typeface="Segoe UI"/>
              </a:defRPr>
            </a:lvl4pPr>
            <a:lvl5pPr algn="l">
              <a:defRPr sz="1275" b="0">
                <a:solidFill>
                  <a:srgbClr val="171827"/>
                </a:solidFill>
                <a:latin typeface="Segoe UI"/>
                <a:ea typeface="Segoe UI"/>
                <a:cs typeface="Segoe UI"/>
              </a:defRPr>
            </a:lvl5pPr>
            <a:lvl6pPr algn="l">
              <a:defRPr sz="1275" b="0">
                <a:solidFill>
                  <a:srgbClr val="171827"/>
                </a:solidFill>
                <a:latin typeface="Segoe UI"/>
                <a:ea typeface="Segoe UI"/>
                <a:cs typeface="Segoe UI"/>
              </a:defRPr>
            </a:lvl6pPr>
            <a:lvl7pPr algn="l">
              <a:defRPr sz="1275" b="0">
                <a:solidFill>
                  <a:srgbClr val="171827"/>
                </a:solidFill>
                <a:latin typeface="Segoe UI"/>
                <a:ea typeface="Segoe UI"/>
                <a:cs typeface="Segoe UI"/>
              </a:defRPr>
            </a:lvl7pPr>
            <a:lvl8pPr algn="l">
              <a:defRPr sz="1275" b="0">
                <a:solidFill>
                  <a:srgbClr val="171827"/>
                </a:solidFill>
                <a:latin typeface="Segoe UI"/>
                <a:ea typeface="Segoe UI"/>
                <a:cs typeface="Segoe UI"/>
              </a:defRPr>
            </a:lvl8pPr>
            <a:lvl9pPr algn="l">
              <a:defRPr sz="1275" b="0">
                <a:solidFill>
                  <a:srgbClr val="171827"/>
                </a:solidFill>
                <a:latin typeface="Segoe UI"/>
                <a:ea typeface="Segoe UI"/>
                <a:cs typeface="Segoe UI"/>
              </a:defRPr>
            </a:lvl9pPr>
          </a:lstStyle>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1. Open a published, enabled automation’s Schedule page.</a:t>
            </a:r>
          </a:p>
          <a:p xmlns:a="http://schemas.openxmlformats.org/drawingml/2006/main">
            <a:r>
              <a:t/>
            </a:r>
          </a:p>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2. Choose UTC and Every interval; set 1 minute.</a:t>
            </a:r>
          </a:p>
          <a:p xmlns:a="http://schemas.openxmlformats.org/drawingml/2006/main">
            <a:r>
              <a:t/>
            </a:r>
          </a:p>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3. Validate and save, then enable the schedule.</a:t>
            </a:r>
          </a:p>
          <a:p xmlns:a="http://schemas.openxmlformats.org/drawingml/2006/main">
            <a:r>
              <a:t/>
            </a:r>
          </a:p>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4. Refresh after the due time; verify an occurrence and resulting run.</a:t>
            </a:r>
          </a:p>
        </p:txBody>
      </p:sp>
      <p:sp>
        <p:nvSpPr>
          <p:cNvPr id="10" name="">
            <a:extLst xmlns:a="http://schemas.openxmlformats.org/drawingml/2006/main">
              <a:ext uri="{FF2B5EF4-FFF2-40B4-BE49-F238E27FC236}">
                <a16:creationId xmlns:a16="http://schemas.microsoft.com/office/drawing/2014/main" id="{EB758D4D-71FD-4F58-9DBF-08CB822AC52E}"/>
              </a:ext>
            </a:extLst>
          </p:cNvPr>
          <p:cNvSpPr>
            <a:spLocks xmlns:a="http://schemas.openxmlformats.org/drawingml/2006/main" noGrp="1"/>
          </p:cNvSpPr>
          <p:nvPr/>
        </p:nvSpPr>
        <p:spPr>
          <a:xfrm xmlns:a="http://schemas.openxmlformats.org/drawingml/2006/main">
            <a:off x="6076950" y="1990725"/>
            <a:ext cx="19050" cy="3333750"/>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A5C6433-FB4A-42FE-990F-291F5DDC945D}"/>
              </a:ext>
            </a:extLst>
          </p:cNvPr>
          <p:cNvSpPr>
            <a:spLocks xmlns:a="http://schemas.openxmlformats.org/drawingml/2006/main" noGrp="1"/>
          </p:cNvSpPr>
          <p:nvPr/>
        </p:nvSpPr>
        <p:spPr>
          <a:xfrm xmlns:a="http://schemas.openxmlformats.org/drawingml/2006/main">
            <a:off x="6572250" y="2009775"/>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147D61"/>
                </a:solidFill>
                <a:latin typeface="Segoe UI"/>
                <a:ea typeface="Segoe UI"/>
                <a:cs typeface="Segoe UI"/>
              </a:defRPr>
            </a:defPPr>
            <a:lvl1pPr algn="l">
              <a:defRPr sz="900" b="1">
                <a:solidFill>
                  <a:srgbClr val="147D61"/>
                </a:solidFill>
                <a:latin typeface="Segoe UI"/>
                <a:ea typeface="Segoe UI"/>
                <a:cs typeface="Segoe UI"/>
              </a:defRPr>
            </a:lvl1pPr>
            <a:lvl2pPr algn="l">
              <a:defRPr sz="900" b="1">
                <a:solidFill>
                  <a:srgbClr val="147D61"/>
                </a:solidFill>
                <a:latin typeface="Segoe UI"/>
                <a:ea typeface="Segoe UI"/>
                <a:cs typeface="Segoe UI"/>
              </a:defRPr>
            </a:lvl2pPr>
            <a:lvl3pPr algn="l">
              <a:defRPr sz="900" b="1">
                <a:solidFill>
                  <a:srgbClr val="147D61"/>
                </a:solidFill>
                <a:latin typeface="Segoe UI"/>
                <a:ea typeface="Segoe UI"/>
                <a:cs typeface="Segoe UI"/>
              </a:defRPr>
            </a:lvl3pPr>
            <a:lvl4pPr algn="l">
              <a:defRPr sz="900" b="1">
                <a:solidFill>
                  <a:srgbClr val="147D61"/>
                </a:solidFill>
                <a:latin typeface="Segoe UI"/>
                <a:ea typeface="Segoe UI"/>
                <a:cs typeface="Segoe UI"/>
              </a:defRPr>
            </a:lvl4pPr>
            <a:lvl5pPr algn="l">
              <a:defRPr sz="900" b="1">
                <a:solidFill>
                  <a:srgbClr val="147D61"/>
                </a:solidFill>
                <a:latin typeface="Segoe UI"/>
                <a:ea typeface="Segoe UI"/>
                <a:cs typeface="Segoe UI"/>
              </a:defRPr>
            </a:lvl5pPr>
            <a:lvl6pPr algn="l">
              <a:defRPr sz="900" b="1">
                <a:solidFill>
                  <a:srgbClr val="147D61"/>
                </a:solidFill>
                <a:latin typeface="Segoe UI"/>
                <a:ea typeface="Segoe UI"/>
                <a:cs typeface="Segoe UI"/>
              </a:defRPr>
            </a:lvl6pPr>
            <a:lvl7pPr algn="l">
              <a:defRPr sz="900" b="1">
                <a:solidFill>
                  <a:srgbClr val="147D61"/>
                </a:solidFill>
                <a:latin typeface="Segoe UI"/>
                <a:ea typeface="Segoe UI"/>
                <a:cs typeface="Segoe UI"/>
              </a:defRPr>
            </a:lvl7pPr>
            <a:lvl8pPr algn="l">
              <a:defRPr sz="900" b="1">
                <a:solidFill>
                  <a:srgbClr val="147D61"/>
                </a:solidFill>
                <a:latin typeface="Segoe UI"/>
                <a:ea typeface="Segoe UI"/>
                <a:cs typeface="Segoe UI"/>
              </a:defRPr>
            </a:lvl8pPr>
            <a:lvl9pPr algn="l">
              <a:defRPr sz="900" b="1">
                <a:solidFill>
                  <a:srgbClr val="147D61"/>
                </a:solidFill>
                <a:latin typeface="Segoe UI"/>
                <a:ea typeface="Segoe UI"/>
                <a:cs typeface="Segoe UI"/>
              </a:defRPr>
            </a:lvl9pPr>
          </a:lstStyle>
          <a:p xmlns:a="http://schemas.openxmlformats.org/drawingml/2006/main">
            <a:pPr algn="l">
              <a:defRPr sz="900" b="1">
                <a:solidFill>
                  <a:srgbClr val="147D61"/>
                </a:solidFill>
                <a:latin typeface="Segoe UI"/>
                <a:ea typeface="Segoe UI"/>
                <a:cs typeface="Segoe UI"/>
              </a:defRPr>
            </a:pPr>
            <a:r>
              <a:rPr sz="900" b="1">
                <a:solidFill>
                  <a:srgbClr val="147D61"/>
                </a:solidFill>
                <a:latin typeface="Segoe UI"/>
                <a:ea typeface="Segoe UI"/>
                <a:cs typeface="Segoe UI"/>
              </a:rPr>
              <a:t>OPERATIONS</a:t>
            </a:r>
          </a:p>
        </p:txBody>
      </p:sp>
      <p:sp>
        <p:nvSpPr>
          <p:cNvPr id="12" name="">
            <a:extLst xmlns:a="http://schemas.openxmlformats.org/drawingml/2006/main">
              <a:ext uri="{FF2B5EF4-FFF2-40B4-BE49-F238E27FC236}">
                <a16:creationId xmlns:a16="http://schemas.microsoft.com/office/drawing/2014/main" id="{A268C18D-3CBB-4F41-A97D-2362DA6128FD}"/>
              </a:ext>
            </a:extLst>
          </p:cNvPr>
          <p:cNvSpPr>
            <a:spLocks xmlns:a="http://schemas.openxmlformats.org/drawingml/2006/main" noGrp="1"/>
          </p:cNvSpPr>
          <p:nvPr/>
        </p:nvSpPr>
        <p:spPr>
          <a:xfrm xmlns:a="http://schemas.openxmlformats.org/drawingml/2006/main">
            <a:off x="6572250" y="2343150"/>
            <a:ext cx="4619625"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71827"/>
                </a:solidFill>
                <a:latin typeface="Segoe UI"/>
                <a:ea typeface="Segoe UI"/>
                <a:cs typeface="Segoe UI"/>
              </a:defRPr>
            </a:defPPr>
            <a:lvl1pPr algn="l">
              <a:defRPr sz="1275" b="0">
                <a:solidFill>
                  <a:srgbClr val="171827"/>
                </a:solidFill>
                <a:latin typeface="Segoe UI"/>
                <a:ea typeface="Segoe UI"/>
                <a:cs typeface="Segoe UI"/>
              </a:defRPr>
            </a:lvl1pPr>
            <a:lvl2pPr algn="l">
              <a:defRPr sz="1275" b="0">
                <a:solidFill>
                  <a:srgbClr val="171827"/>
                </a:solidFill>
                <a:latin typeface="Segoe UI"/>
                <a:ea typeface="Segoe UI"/>
                <a:cs typeface="Segoe UI"/>
              </a:defRPr>
            </a:lvl2pPr>
            <a:lvl3pPr algn="l">
              <a:defRPr sz="1275" b="0">
                <a:solidFill>
                  <a:srgbClr val="171827"/>
                </a:solidFill>
                <a:latin typeface="Segoe UI"/>
                <a:ea typeface="Segoe UI"/>
                <a:cs typeface="Segoe UI"/>
              </a:defRPr>
            </a:lvl3pPr>
            <a:lvl4pPr algn="l">
              <a:defRPr sz="1275" b="0">
                <a:solidFill>
                  <a:srgbClr val="171827"/>
                </a:solidFill>
                <a:latin typeface="Segoe UI"/>
                <a:ea typeface="Segoe UI"/>
                <a:cs typeface="Segoe UI"/>
              </a:defRPr>
            </a:lvl4pPr>
            <a:lvl5pPr algn="l">
              <a:defRPr sz="1275" b="0">
                <a:solidFill>
                  <a:srgbClr val="171827"/>
                </a:solidFill>
                <a:latin typeface="Segoe UI"/>
                <a:ea typeface="Segoe UI"/>
                <a:cs typeface="Segoe UI"/>
              </a:defRPr>
            </a:lvl5pPr>
            <a:lvl6pPr algn="l">
              <a:defRPr sz="1275" b="0">
                <a:solidFill>
                  <a:srgbClr val="171827"/>
                </a:solidFill>
                <a:latin typeface="Segoe UI"/>
                <a:ea typeface="Segoe UI"/>
                <a:cs typeface="Segoe UI"/>
              </a:defRPr>
            </a:lvl6pPr>
            <a:lvl7pPr algn="l">
              <a:defRPr sz="1275" b="0">
                <a:solidFill>
                  <a:srgbClr val="171827"/>
                </a:solidFill>
                <a:latin typeface="Segoe UI"/>
                <a:ea typeface="Segoe UI"/>
                <a:cs typeface="Segoe UI"/>
              </a:defRPr>
            </a:lvl7pPr>
            <a:lvl8pPr algn="l">
              <a:defRPr sz="1275" b="0">
                <a:solidFill>
                  <a:srgbClr val="171827"/>
                </a:solidFill>
                <a:latin typeface="Segoe UI"/>
                <a:ea typeface="Segoe UI"/>
                <a:cs typeface="Segoe UI"/>
              </a:defRPr>
            </a:lvl8pPr>
            <a:lvl9pPr algn="l">
              <a:defRPr sz="1275" b="0">
                <a:solidFill>
                  <a:srgbClr val="171827"/>
                </a:solidFill>
                <a:latin typeface="Segoe UI"/>
                <a:ea typeface="Segoe UI"/>
                <a:cs typeface="Segoe UI"/>
              </a:defRPr>
            </a:lvl9pPr>
          </a:lstStyle>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 Refresh Run queue, Outbox, and Dead letters.</a:t>
            </a:r>
          </a:p>
          <a:p xmlns:a="http://schemas.openxmlformats.org/drawingml/2006/main">
            <a:r>
              <a:t/>
            </a:r>
          </a:p>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 A zero count may mean the worker drained the queue; it is not automatically a failure.</a:t>
            </a:r>
          </a:p>
          <a:p xmlns:a="http://schemas.openxmlformats.org/drawingml/2006/main">
            <a:r>
              <a:t/>
            </a:r>
          </a:p>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 Confirm the snapshot time and any alert/source failure messages.</a:t>
            </a:r>
          </a:p>
          <a:p xmlns:a="http://schemas.openxmlformats.org/drawingml/2006/main">
            <a:r>
              <a:t/>
            </a:r>
          </a:p>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 Dead-letter recovery needs a real failed run.</a:t>
            </a:r>
          </a:p>
        </p:txBody>
      </p:sp>
      <p:sp>
        <p:nvSpPr>
          <p:cNvPr id="13" name="">
            <a:extLst xmlns:a="http://schemas.openxmlformats.org/drawingml/2006/main">
              <a:ext uri="{FF2B5EF4-FFF2-40B4-BE49-F238E27FC236}">
                <a16:creationId xmlns:a16="http://schemas.microsoft.com/office/drawing/2014/main" id="{6E447FBA-46E9-4BE7-9B74-837C6812EBE1}"/>
              </a:ext>
            </a:extLst>
          </p:cNvPr>
          <p:cNvSpPr>
            <a:spLocks xmlns:a="http://schemas.openxmlformats.org/drawingml/2006/main" noGrp="1"/>
          </p:cNvSpPr>
          <p:nvPr/>
        </p:nvSpPr>
        <p:spPr>
          <a:xfrm xmlns:a="http://schemas.openxmlformats.org/drawingml/2006/main">
            <a:off x="762000" y="5524500"/>
            <a:ext cx="10382250" cy="476250"/>
          </a:xfrm>
          <a:prstGeom xmlns:a="http://schemas.openxmlformats.org/drawingml/2006/main" prst="roundRect">
            <a:avLst>
              <a:gd name="adj" fmla="val 24000"/>
            </a:avLst>
          </a:prstGeom>
          <a:solidFill xmlns:a="http://schemas.openxmlformats.org/drawingml/2006/main">
            <a:srgbClr val="FFF4D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43F555-D4A5-4B2F-BEA4-5FCEE7A0A629}"/>
              </a:ext>
            </a:extLst>
          </p:cNvPr>
          <p:cNvSpPr>
            <a:spLocks xmlns:a="http://schemas.openxmlformats.org/drawingml/2006/main" noGrp="1"/>
          </p:cNvSpPr>
          <p:nvPr/>
        </p:nvSpPr>
        <p:spPr>
          <a:xfrm xmlns:a="http://schemas.openxmlformats.org/drawingml/2006/main">
            <a:off x="971550" y="56388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9A6400"/>
                </a:solidFill>
                <a:latin typeface="Segoe UI"/>
                <a:ea typeface="Segoe UI"/>
                <a:cs typeface="Segoe UI"/>
              </a:defRPr>
            </a:defPPr>
            <a:lvl1pPr algn="l">
              <a:defRPr sz="1200" b="1">
                <a:solidFill>
                  <a:srgbClr val="9A6400"/>
                </a:solidFill>
                <a:latin typeface="Segoe UI"/>
                <a:ea typeface="Segoe UI"/>
                <a:cs typeface="Segoe UI"/>
              </a:defRPr>
            </a:lvl1pPr>
            <a:lvl2pPr algn="l">
              <a:defRPr sz="1200" b="1">
                <a:solidFill>
                  <a:srgbClr val="9A6400"/>
                </a:solidFill>
                <a:latin typeface="Segoe UI"/>
                <a:ea typeface="Segoe UI"/>
                <a:cs typeface="Segoe UI"/>
              </a:defRPr>
            </a:lvl2pPr>
            <a:lvl3pPr algn="l">
              <a:defRPr sz="1200" b="1">
                <a:solidFill>
                  <a:srgbClr val="9A6400"/>
                </a:solidFill>
                <a:latin typeface="Segoe UI"/>
                <a:ea typeface="Segoe UI"/>
                <a:cs typeface="Segoe UI"/>
              </a:defRPr>
            </a:lvl3pPr>
            <a:lvl4pPr algn="l">
              <a:defRPr sz="1200" b="1">
                <a:solidFill>
                  <a:srgbClr val="9A6400"/>
                </a:solidFill>
                <a:latin typeface="Segoe UI"/>
                <a:ea typeface="Segoe UI"/>
                <a:cs typeface="Segoe UI"/>
              </a:defRPr>
            </a:lvl4pPr>
            <a:lvl5pPr algn="l">
              <a:defRPr sz="1200" b="1">
                <a:solidFill>
                  <a:srgbClr val="9A6400"/>
                </a:solidFill>
                <a:latin typeface="Segoe UI"/>
                <a:ea typeface="Segoe UI"/>
                <a:cs typeface="Segoe UI"/>
              </a:defRPr>
            </a:lvl5pPr>
            <a:lvl6pPr algn="l">
              <a:defRPr sz="1200" b="1">
                <a:solidFill>
                  <a:srgbClr val="9A6400"/>
                </a:solidFill>
                <a:latin typeface="Segoe UI"/>
                <a:ea typeface="Segoe UI"/>
                <a:cs typeface="Segoe UI"/>
              </a:defRPr>
            </a:lvl6pPr>
            <a:lvl7pPr algn="l">
              <a:defRPr sz="1200" b="1">
                <a:solidFill>
                  <a:srgbClr val="9A6400"/>
                </a:solidFill>
                <a:latin typeface="Segoe UI"/>
                <a:ea typeface="Segoe UI"/>
                <a:cs typeface="Segoe UI"/>
              </a:defRPr>
            </a:lvl7pPr>
            <a:lvl8pPr algn="l">
              <a:defRPr sz="1200" b="1">
                <a:solidFill>
                  <a:srgbClr val="9A6400"/>
                </a:solidFill>
                <a:latin typeface="Segoe UI"/>
                <a:ea typeface="Segoe UI"/>
                <a:cs typeface="Segoe UI"/>
              </a:defRPr>
            </a:lvl8pPr>
            <a:lvl9pPr algn="l">
              <a:defRPr sz="1200" b="1">
                <a:solidFill>
                  <a:srgbClr val="9A6400"/>
                </a:solidFill>
                <a:latin typeface="Segoe UI"/>
                <a:ea typeface="Segoe UI"/>
                <a:cs typeface="Segoe UI"/>
              </a:defRPr>
            </a:lvl9pPr>
          </a:lstStyle>
          <a:p xmlns:a="http://schemas.openxmlformats.org/drawingml/2006/main">
            <a:pPr algn="l">
              <a:defRPr sz="1200" b="1">
                <a:solidFill>
                  <a:srgbClr val="9A6400"/>
                </a:solidFill>
                <a:latin typeface="Segoe UI"/>
                <a:ea typeface="Segoe UI"/>
                <a:cs typeface="Segoe UI"/>
              </a:defRPr>
            </a:pPr>
            <a:r>
              <a:rPr sz="1200" b="1">
                <a:solidFill>
                  <a:srgbClr val="9A6400"/>
                </a:solidFill>
                <a:latin typeface="Segoe UI"/>
                <a:ea typeface="Segoe UI"/>
                <a:cs typeface="Segoe UI"/>
              </a:rPr>
              <a:t>If enable returns 409, refresh status and verify the parent rule is published and enabled.</a:t>
            </a:r>
          </a:p>
        </p:txBody>
      </p:sp>
    </p:spTree>
    <p:extLst>
      <p:ext uri="{BB962C8B-B14F-4D97-AF65-F5344CB8AC3E}">
        <p14:creationId xmlns:p14="http://schemas.microsoft.com/office/powerpoint/2010/main" val="1433345293"/>
      </p:ext>
    </p:extLst>
  </p:cSld>
</p:sld>
</file>

<file path=ppt/slides/slide10.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929CA02-2E4C-4EB2-A952-00207AD0C9B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4EA7B0-DC29-42C1-85A1-1F2CF8A4CEBF}"/>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MANUAL TEST 05</a:t>
            </a:r>
          </a:p>
        </p:txBody>
      </p:sp>
      <p:sp>
        <p:nvSpPr>
          <p:cNvPr id="3" name="">
            <a:extLst xmlns:a="http://schemas.openxmlformats.org/drawingml/2006/main">
              <a:ext uri="{FF2B5EF4-FFF2-40B4-BE49-F238E27FC236}">
                <a16:creationId xmlns:a16="http://schemas.microsoft.com/office/drawing/2014/main" id="{01D83131-7B81-4065-B677-B930CD0F92D3}"/>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Inspect run detail and handle failures safely</a:t>
            </a:r>
          </a:p>
        </p:txBody>
      </p:sp>
      <p:sp>
        <p:nvSpPr>
          <p:cNvPr id="4" name="">
            <a:extLst xmlns:a="http://schemas.openxmlformats.org/drawingml/2006/main">
              <a:ext uri="{FF2B5EF4-FFF2-40B4-BE49-F238E27FC236}">
                <a16:creationId xmlns:a16="http://schemas.microsoft.com/office/drawing/2014/main" id="{5F0F076F-F526-4EF7-91B7-30A0514A5895}"/>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Recovery actions need an eligible failed run; successful runs should not be replayed just to test a button.</a:t>
            </a:r>
          </a:p>
        </p:txBody>
      </p:sp>
      <p:sp>
        <p:nvSpPr>
          <p:cNvPr id="5" name="">
            <a:extLst xmlns:a="http://schemas.openxmlformats.org/drawingml/2006/main">
              <a:ext uri="{FF2B5EF4-FFF2-40B4-BE49-F238E27FC236}">
                <a16:creationId xmlns:a16="http://schemas.microsoft.com/office/drawing/2014/main" id="{68F29FD7-C042-416D-B13B-71BCA3234631}"/>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E377A8B-EE12-42E1-817E-C385B9479895}"/>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0F340776-D74B-447B-BAAD-E6420549C6EB}"/>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10</a:t>
            </a:r>
          </a:p>
        </p:txBody>
      </p:sp>
      <p:sp>
        <p:nvSpPr>
          <p:cNvPr id="8" name="">
            <a:extLst xmlns:a="http://schemas.openxmlformats.org/drawingml/2006/main">
              <a:ext uri="{FF2B5EF4-FFF2-40B4-BE49-F238E27FC236}">
                <a16:creationId xmlns:a16="http://schemas.microsoft.com/office/drawing/2014/main" id="{C31FAB31-3F35-4D57-AC37-DBF8063F69EA}"/>
              </a:ext>
            </a:extLst>
          </p:cNvPr>
          <p:cNvSpPr>
            <a:spLocks xmlns:a="http://schemas.openxmlformats.org/drawingml/2006/main" noGrp="1"/>
          </p:cNvSpPr>
          <p:nvPr/>
        </p:nvSpPr>
        <p:spPr>
          <a:xfrm xmlns:a="http://schemas.openxmlformats.org/drawingml/2006/main">
            <a:off x="762000" y="2066925"/>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RUN DETAILS</a:t>
            </a:r>
          </a:p>
        </p:txBody>
      </p:sp>
      <p:sp>
        <p:nvSpPr>
          <p:cNvPr id="9" name="">
            <a:extLst xmlns:a="http://schemas.openxmlformats.org/drawingml/2006/main">
              <a:ext uri="{FF2B5EF4-FFF2-40B4-BE49-F238E27FC236}">
                <a16:creationId xmlns:a16="http://schemas.microsoft.com/office/drawing/2014/main" id="{9BD5C9B3-6378-4844-AA65-715CCCCBB41E}"/>
              </a:ext>
            </a:extLst>
          </p:cNvPr>
          <p:cNvSpPr>
            <a:spLocks xmlns:a="http://schemas.openxmlformats.org/drawingml/2006/main" noGrp="1"/>
          </p:cNvSpPr>
          <p:nvPr/>
        </p:nvSpPr>
        <p:spPr>
          <a:xfrm xmlns:a="http://schemas.openxmlformats.org/drawingml/2006/main">
            <a:off x="762000" y="2447925"/>
            <a:ext cx="4667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171827"/>
                </a:solidFill>
                <a:latin typeface="Segoe UI"/>
                <a:ea typeface="Segoe UI"/>
                <a:cs typeface="Segoe UI"/>
              </a:defRPr>
            </a:defPPr>
            <a:lvl1pPr algn="l">
              <a:defRPr sz="1500" b="0">
                <a:solidFill>
                  <a:srgbClr val="171827"/>
                </a:solidFill>
                <a:latin typeface="Segoe UI"/>
                <a:ea typeface="Segoe UI"/>
                <a:cs typeface="Segoe UI"/>
              </a:defRPr>
            </a:lvl1pPr>
            <a:lvl2pPr algn="l">
              <a:defRPr sz="1500" b="0">
                <a:solidFill>
                  <a:srgbClr val="171827"/>
                </a:solidFill>
                <a:latin typeface="Segoe UI"/>
                <a:ea typeface="Segoe UI"/>
                <a:cs typeface="Segoe UI"/>
              </a:defRPr>
            </a:lvl2pPr>
            <a:lvl3pPr algn="l">
              <a:defRPr sz="1500" b="0">
                <a:solidFill>
                  <a:srgbClr val="171827"/>
                </a:solidFill>
                <a:latin typeface="Segoe UI"/>
                <a:ea typeface="Segoe UI"/>
                <a:cs typeface="Segoe UI"/>
              </a:defRPr>
            </a:lvl3pPr>
            <a:lvl4pPr algn="l">
              <a:defRPr sz="1500" b="0">
                <a:solidFill>
                  <a:srgbClr val="171827"/>
                </a:solidFill>
                <a:latin typeface="Segoe UI"/>
                <a:ea typeface="Segoe UI"/>
                <a:cs typeface="Segoe UI"/>
              </a:defRPr>
            </a:lvl4pPr>
            <a:lvl5pPr algn="l">
              <a:defRPr sz="1500" b="0">
                <a:solidFill>
                  <a:srgbClr val="171827"/>
                </a:solidFill>
                <a:latin typeface="Segoe UI"/>
                <a:ea typeface="Segoe UI"/>
                <a:cs typeface="Segoe UI"/>
              </a:defRPr>
            </a:lvl5pPr>
            <a:lvl6pPr algn="l">
              <a:defRPr sz="1500" b="0">
                <a:solidFill>
                  <a:srgbClr val="171827"/>
                </a:solidFill>
                <a:latin typeface="Segoe UI"/>
                <a:ea typeface="Segoe UI"/>
                <a:cs typeface="Segoe UI"/>
              </a:defRPr>
            </a:lvl6pPr>
            <a:lvl7pPr algn="l">
              <a:defRPr sz="1500" b="0">
                <a:solidFill>
                  <a:srgbClr val="171827"/>
                </a:solidFill>
                <a:latin typeface="Segoe UI"/>
                <a:ea typeface="Segoe UI"/>
                <a:cs typeface="Segoe UI"/>
              </a:defRPr>
            </a:lvl7pPr>
            <a:lvl8pPr algn="l">
              <a:defRPr sz="1500" b="0">
                <a:solidFill>
                  <a:srgbClr val="171827"/>
                </a:solidFill>
                <a:latin typeface="Segoe UI"/>
                <a:ea typeface="Segoe UI"/>
                <a:cs typeface="Segoe UI"/>
              </a:defRPr>
            </a:lvl8pPr>
            <a:lvl9pPr algn="l">
              <a:defRPr sz="1500" b="0">
                <a:solidFill>
                  <a:srgbClr val="171827"/>
                </a:solidFill>
                <a:latin typeface="Segoe UI"/>
                <a:ea typeface="Segoe UI"/>
                <a:cs typeface="Segoe UI"/>
              </a:defRPr>
            </a:lvl9pPr>
          </a:lstStyle>
          <a:p xmlns:a="http://schemas.openxmlformats.org/drawingml/2006/main">
            <a:pPr algn="l">
              <a:defRPr sz="1500" b="0">
                <a:solidFill>
                  <a:srgbClr val="171827"/>
                </a:solidFill>
                <a:latin typeface="Segoe UI"/>
                <a:ea typeface="Segoe UI"/>
                <a:cs typeface="Segoe UI"/>
              </a:defRPr>
            </a:pPr>
            <a:r>
              <a:rPr sz="1500" b="0">
                <a:solidFill>
                  <a:srgbClr val="171827"/>
                </a:solidFill>
                <a:latin typeface="Segoe UI"/>
                <a:ea typeface="Segoe UI"/>
                <a:cs typeface="Segoe UI"/>
              </a:rPr>
              <a:t>Open Run details from history. Check run ID, version, attempt count, timestamps, and each action result. Refresh once to confirm persisted data reloads.</a:t>
            </a:r>
          </a:p>
        </p:txBody>
      </p:sp>
      <p:sp>
        <p:nvSpPr>
          <p:cNvPr id="10" name="">
            <a:extLst xmlns:a="http://schemas.openxmlformats.org/drawingml/2006/main">
              <a:ext uri="{FF2B5EF4-FFF2-40B4-BE49-F238E27FC236}">
                <a16:creationId xmlns:a16="http://schemas.microsoft.com/office/drawing/2014/main" id="{DB44F3E8-84FC-4162-9C90-E7CDD49B492F}"/>
              </a:ext>
            </a:extLst>
          </p:cNvPr>
          <p:cNvSpPr>
            <a:spLocks xmlns:a="http://schemas.openxmlformats.org/drawingml/2006/main" noGrp="1"/>
          </p:cNvSpPr>
          <p:nvPr/>
        </p:nvSpPr>
        <p:spPr>
          <a:xfrm xmlns:a="http://schemas.openxmlformats.org/drawingml/2006/main">
            <a:off x="6429375" y="20669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84052"/>
                </a:solidFill>
                <a:latin typeface="Segoe UI"/>
                <a:ea typeface="Segoe UI"/>
                <a:cs typeface="Segoe UI"/>
              </a:defRPr>
            </a:defPPr>
            <a:lvl1pPr algn="l">
              <a:defRPr sz="900" b="1">
                <a:solidFill>
                  <a:srgbClr val="B84052"/>
                </a:solidFill>
                <a:latin typeface="Segoe UI"/>
                <a:ea typeface="Segoe UI"/>
                <a:cs typeface="Segoe UI"/>
              </a:defRPr>
            </a:lvl1pPr>
            <a:lvl2pPr algn="l">
              <a:defRPr sz="900" b="1">
                <a:solidFill>
                  <a:srgbClr val="B84052"/>
                </a:solidFill>
                <a:latin typeface="Segoe UI"/>
                <a:ea typeface="Segoe UI"/>
                <a:cs typeface="Segoe UI"/>
              </a:defRPr>
            </a:lvl2pPr>
            <a:lvl3pPr algn="l">
              <a:defRPr sz="900" b="1">
                <a:solidFill>
                  <a:srgbClr val="B84052"/>
                </a:solidFill>
                <a:latin typeface="Segoe UI"/>
                <a:ea typeface="Segoe UI"/>
                <a:cs typeface="Segoe UI"/>
              </a:defRPr>
            </a:lvl3pPr>
            <a:lvl4pPr algn="l">
              <a:defRPr sz="900" b="1">
                <a:solidFill>
                  <a:srgbClr val="B84052"/>
                </a:solidFill>
                <a:latin typeface="Segoe UI"/>
                <a:ea typeface="Segoe UI"/>
                <a:cs typeface="Segoe UI"/>
              </a:defRPr>
            </a:lvl4pPr>
            <a:lvl5pPr algn="l">
              <a:defRPr sz="900" b="1">
                <a:solidFill>
                  <a:srgbClr val="B84052"/>
                </a:solidFill>
                <a:latin typeface="Segoe UI"/>
                <a:ea typeface="Segoe UI"/>
                <a:cs typeface="Segoe UI"/>
              </a:defRPr>
            </a:lvl5pPr>
            <a:lvl6pPr algn="l">
              <a:defRPr sz="900" b="1">
                <a:solidFill>
                  <a:srgbClr val="B84052"/>
                </a:solidFill>
                <a:latin typeface="Segoe UI"/>
                <a:ea typeface="Segoe UI"/>
                <a:cs typeface="Segoe UI"/>
              </a:defRPr>
            </a:lvl6pPr>
            <a:lvl7pPr algn="l">
              <a:defRPr sz="900" b="1">
                <a:solidFill>
                  <a:srgbClr val="B84052"/>
                </a:solidFill>
                <a:latin typeface="Segoe UI"/>
                <a:ea typeface="Segoe UI"/>
                <a:cs typeface="Segoe UI"/>
              </a:defRPr>
            </a:lvl7pPr>
            <a:lvl8pPr algn="l">
              <a:defRPr sz="900" b="1">
                <a:solidFill>
                  <a:srgbClr val="B84052"/>
                </a:solidFill>
                <a:latin typeface="Segoe UI"/>
                <a:ea typeface="Segoe UI"/>
                <a:cs typeface="Segoe UI"/>
              </a:defRPr>
            </a:lvl8pPr>
            <a:lvl9pPr algn="l">
              <a:defRPr sz="900" b="1">
                <a:solidFill>
                  <a:srgbClr val="B84052"/>
                </a:solidFill>
                <a:latin typeface="Segoe UI"/>
                <a:ea typeface="Segoe UI"/>
                <a:cs typeface="Segoe UI"/>
              </a:defRPr>
            </a:lvl9pPr>
          </a:lstStyle>
          <a:p xmlns:a="http://schemas.openxmlformats.org/drawingml/2006/main">
            <a:pPr algn="l">
              <a:defRPr sz="900" b="1">
                <a:solidFill>
                  <a:srgbClr val="B84052"/>
                </a:solidFill>
                <a:latin typeface="Segoe UI"/>
                <a:ea typeface="Segoe UI"/>
                <a:cs typeface="Segoe UI"/>
              </a:defRPr>
            </a:pPr>
            <a:r>
              <a:rPr sz="900" b="1">
                <a:solidFill>
                  <a:srgbClr val="B84052"/>
                </a:solidFill>
                <a:latin typeface="Segoe UI"/>
                <a:ea typeface="Segoe UI"/>
                <a:cs typeface="Segoe UI"/>
              </a:rPr>
              <a:t>RETRY / REPLAY</a:t>
            </a:r>
          </a:p>
        </p:txBody>
      </p:sp>
      <p:sp>
        <p:nvSpPr>
          <p:cNvPr id="11" name="">
            <a:extLst xmlns:a="http://schemas.openxmlformats.org/drawingml/2006/main">
              <a:ext uri="{FF2B5EF4-FFF2-40B4-BE49-F238E27FC236}">
                <a16:creationId xmlns:a16="http://schemas.microsoft.com/office/drawing/2014/main" id="{AD4DCB49-79B7-42C0-9B7F-06056BAC1481}"/>
              </a:ext>
            </a:extLst>
          </p:cNvPr>
          <p:cNvSpPr>
            <a:spLocks xmlns:a="http://schemas.openxmlformats.org/drawingml/2006/main" noGrp="1"/>
          </p:cNvSpPr>
          <p:nvPr/>
        </p:nvSpPr>
        <p:spPr>
          <a:xfrm xmlns:a="http://schemas.openxmlformats.org/drawingml/2006/main">
            <a:off x="6429375" y="2447925"/>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71827"/>
                </a:solidFill>
                <a:latin typeface="Segoe UI"/>
                <a:ea typeface="Segoe UI"/>
                <a:cs typeface="Segoe UI"/>
              </a:defRPr>
            </a:defPPr>
            <a:lvl1pPr algn="l">
              <a:defRPr sz="1425" b="0">
                <a:solidFill>
                  <a:srgbClr val="171827"/>
                </a:solidFill>
                <a:latin typeface="Segoe UI"/>
                <a:ea typeface="Segoe UI"/>
                <a:cs typeface="Segoe UI"/>
              </a:defRPr>
            </a:lvl1pPr>
            <a:lvl2pPr algn="l">
              <a:defRPr sz="1425" b="0">
                <a:solidFill>
                  <a:srgbClr val="171827"/>
                </a:solidFill>
                <a:latin typeface="Segoe UI"/>
                <a:ea typeface="Segoe UI"/>
                <a:cs typeface="Segoe UI"/>
              </a:defRPr>
            </a:lvl2pPr>
            <a:lvl3pPr algn="l">
              <a:defRPr sz="1425" b="0">
                <a:solidFill>
                  <a:srgbClr val="171827"/>
                </a:solidFill>
                <a:latin typeface="Segoe UI"/>
                <a:ea typeface="Segoe UI"/>
                <a:cs typeface="Segoe UI"/>
              </a:defRPr>
            </a:lvl3pPr>
            <a:lvl4pPr algn="l">
              <a:defRPr sz="1425" b="0">
                <a:solidFill>
                  <a:srgbClr val="171827"/>
                </a:solidFill>
                <a:latin typeface="Segoe UI"/>
                <a:ea typeface="Segoe UI"/>
                <a:cs typeface="Segoe UI"/>
              </a:defRPr>
            </a:lvl4pPr>
            <a:lvl5pPr algn="l">
              <a:defRPr sz="1425" b="0">
                <a:solidFill>
                  <a:srgbClr val="171827"/>
                </a:solidFill>
                <a:latin typeface="Segoe UI"/>
                <a:ea typeface="Segoe UI"/>
                <a:cs typeface="Segoe UI"/>
              </a:defRPr>
            </a:lvl5pPr>
            <a:lvl6pPr algn="l">
              <a:defRPr sz="1425" b="0">
                <a:solidFill>
                  <a:srgbClr val="171827"/>
                </a:solidFill>
                <a:latin typeface="Segoe UI"/>
                <a:ea typeface="Segoe UI"/>
                <a:cs typeface="Segoe UI"/>
              </a:defRPr>
            </a:lvl6pPr>
            <a:lvl7pPr algn="l">
              <a:defRPr sz="1425" b="0">
                <a:solidFill>
                  <a:srgbClr val="171827"/>
                </a:solidFill>
                <a:latin typeface="Segoe UI"/>
                <a:ea typeface="Segoe UI"/>
                <a:cs typeface="Segoe UI"/>
              </a:defRPr>
            </a:lvl7pPr>
            <a:lvl8pPr algn="l">
              <a:defRPr sz="1425" b="0">
                <a:solidFill>
                  <a:srgbClr val="171827"/>
                </a:solidFill>
                <a:latin typeface="Segoe UI"/>
                <a:ea typeface="Segoe UI"/>
                <a:cs typeface="Segoe UI"/>
              </a:defRPr>
            </a:lvl8pPr>
            <a:lvl9pPr algn="l">
              <a:defRPr sz="1425" b="0">
                <a:solidFill>
                  <a:srgbClr val="171827"/>
                </a:solidFill>
                <a:latin typeface="Segoe UI"/>
                <a:ea typeface="Segoe UI"/>
                <a:cs typeface="Segoe UI"/>
              </a:defRPr>
            </a:lvl9pPr>
          </a:lstStyle>
          <a:p xmlns:a="http://schemas.openxmlformats.org/drawingml/2006/main">
            <a:pPr algn="l">
              <a:defRPr sz="1425" b="0">
                <a:solidFill>
                  <a:srgbClr val="171827"/>
                </a:solidFill>
                <a:latin typeface="Segoe UI"/>
                <a:ea typeface="Segoe UI"/>
                <a:cs typeface="Segoe UI"/>
              </a:defRPr>
            </a:pPr>
            <a:r>
              <a:rPr sz="1425" b="0">
                <a:solidFill>
                  <a:srgbClr val="171827"/>
                </a:solidFill>
                <a:latin typeface="Segoe UI"/>
                <a:ea typeface="Segoe UI"/>
                <a:cs typeface="Segoe UI"/>
              </a:rPr>
              <a:t>Only if a failed/dead-letter run exists: enter a reason, confirm any required action indexes, submit once, then refresh and inspect the new status and attempt history.</a:t>
            </a:r>
          </a:p>
        </p:txBody>
      </p:sp>
      <p:sp>
        <p:nvSpPr>
          <p:cNvPr id="12" name="">
            <a:extLst xmlns:a="http://schemas.openxmlformats.org/drawingml/2006/main">
              <a:ext uri="{FF2B5EF4-FFF2-40B4-BE49-F238E27FC236}">
                <a16:creationId xmlns:a16="http://schemas.microsoft.com/office/drawing/2014/main" id="{5C4BD360-9229-4D03-955D-5BEA910DA8CB}"/>
              </a:ext>
            </a:extLst>
          </p:cNvPr>
          <p:cNvSpPr>
            <a:spLocks xmlns:a="http://schemas.openxmlformats.org/drawingml/2006/main" noGrp="1"/>
          </p:cNvSpPr>
          <p:nvPr/>
        </p:nvSpPr>
        <p:spPr>
          <a:xfrm xmlns:a="http://schemas.openxmlformats.org/drawingml/2006/main">
            <a:off x="762000" y="4333875"/>
            <a:ext cx="10382250" cy="819150"/>
          </a:xfrm>
          <a:prstGeom xmlns:a="http://schemas.openxmlformats.org/drawingml/2006/main" prst="roundRect">
            <a:avLst>
              <a:gd name="adj" fmla="val 16279"/>
            </a:avLst>
          </a:prstGeom>
          <a:solidFill xmlns:a="http://schemas.openxmlformats.org/drawingml/2006/main">
            <a:srgbClr val="FCEC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589AA56-1146-4C3B-A4A1-D845F5CBC424}"/>
              </a:ext>
            </a:extLst>
          </p:cNvPr>
          <p:cNvSpPr>
            <a:spLocks xmlns:a="http://schemas.openxmlformats.org/drawingml/2006/main" noGrp="1"/>
          </p:cNvSpPr>
          <p:nvPr/>
        </p:nvSpPr>
        <p:spPr>
          <a:xfrm xmlns:a="http://schemas.openxmlformats.org/drawingml/2006/main">
            <a:off x="981075" y="4495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B84052"/>
                </a:solidFill>
                <a:latin typeface="Segoe UI"/>
                <a:ea typeface="Segoe UI"/>
                <a:cs typeface="Segoe UI"/>
              </a:defRPr>
            </a:defPPr>
            <a:lvl1pPr algn="l">
              <a:defRPr sz="1200" b="1">
                <a:solidFill>
                  <a:srgbClr val="B84052"/>
                </a:solidFill>
                <a:latin typeface="Segoe UI"/>
                <a:ea typeface="Segoe UI"/>
                <a:cs typeface="Segoe UI"/>
              </a:defRPr>
            </a:lvl1pPr>
            <a:lvl2pPr algn="l">
              <a:defRPr sz="1200" b="1">
                <a:solidFill>
                  <a:srgbClr val="B84052"/>
                </a:solidFill>
                <a:latin typeface="Segoe UI"/>
                <a:ea typeface="Segoe UI"/>
                <a:cs typeface="Segoe UI"/>
              </a:defRPr>
            </a:lvl2pPr>
            <a:lvl3pPr algn="l">
              <a:defRPr sz="1200" b="1">
                <a:solidFill>
                  <a:srgbClr val="B84052"/>
                </a:solidFill>
                <a:latin typeface="Segoe UI"/>
                <a:ea typeface="Segoe UI"/>
                <a:cs typeface="Segoe UI"/>
              </a:defRPr>
            </a:lvl3pPr>
            <a:lvl4pPr algn="l">
              <a:defRPr sz="1200" b="1">
                <a:solidFill>
                  <a:srgbClr val="B84052"/>
                </a:solidFill>
                <a:latin typeface="Segoe UI"/>
                <a:ea typeface="Segoe UI"/>
                <a:cs typeface="Segoe UI"/>
              </a:defRPr>
            </a:lvl4pPr>
            <a:lvl5pPr algn="l">
              <a:defRPr sz="1200" b="1">
                <a:solidFill>
                  <a:srgbClr val="B84052"/>
                </a:solidFill>
                <a:latin typeface="Segoe UI"/>
                <a:ea typeface="Segoe UI"/>
                <a:cs typeface="Segoe UI"/>
              </a:defRPr>
            </a:lvl5pPr>
            <a:lvl6pPr algn="l">
              <a:defRPr sz="1200" b="1">
                <a:solidFill>
                  <a:srgbClr val="B84052"/>
                </a:solidFill>
                <a:latin typeface="Segoe UI"/>
                <a:ea typeface="Segoe UI"/>
                <a:cs typeface="Segoe UI"/>
              </a:defRPr>
            </a:lvl6pPr>
            <a:lvl7pPr algn="l">
              <a:defRPr sz="1200" b="1">
                <a:solidFill>
                  <a:srgbClr val="B84052"/>
                </a:solidFill>
                <a:latin typeface="Segoe UI"/>
                <a:ea typeface="Segoe UI"/>
                <a:cs typeface="Segoe UI"/>
              </a:defRPr>
            </a:lvl7pPr>
            <a:lvl8pPr algn="l">
              <a:defRPr sz="1200" b="1">
                <a:solidFill>
                  <a:srgbClr val="B84052"/>
                </a:solidFill>
                <a:latin typeface="Segoe UI"/>
                <a:ea typeface="Segoe UI"/>
                <a:cs typeface="Segoe UI"/>
              </a:defRPr>
            </a:lvl8pPr>
            <a:lvl9pPr algn="l">
              <a:defRPr sz="1200" b="1">
                <a:solidFill>
                  <a:srgbClr val="B84052"/>
                </a:solidFill>
                <a:latin typeface="Segoe UI"/>
                <a:ea typeface="Segoe UI"/>
                <a:cs typeface="Segoe UI"/>
              </a:defRPr>
            </a:lvl9pPr>
          </a:lstStyle>
          <a:p xmlns:a="http://schemas.openxmlformats.org/drawingml/2006/main">
            <a:pPr algn="l">
              <a:defRPr sz="1200" b="1">
                <a:solidFill>
                  <a:srgbClr val="B84052"/>
                </a:solidFill>
                <a:latin typeface="Segoe UI"/>
                <a:ea typeface="Segoe UI"/>
                <a:cs typeface="Segoe UI"/>
              </a:defRPr>
            </a:pPr>
            <a:r>
              <a:rPr sz="1200" b="1">
                <a:solidFill>
                  <a:srgbClr val="B84052"/>
                </a:solidFill>
                <a:latin typeface="Segoe UI"/>
                <a:ea typeface="Segoe UI"/>
                <a:cs typeface="Segoe UI"/>
              </a:rPr>
              <a:t>Record NOT TESTED</a:t>
            </a:r>
          </a:p>
        </p:txBody>
      </p:sp>
      <p:sp>
        <p:nvSpPr>
          <p:cNvPr id="14" name="">
            <a:extLst xmlns:a="http://schemas.openxmlformats.org/drawingml/2006/main">
              <a:ext uri="{FF2B5EF4-FFF2-40B4-BE49-F238E27FC236}">
                <a16:creationId xmlns:a16="http://schemas.microsoft.com/office/drawing/2014/main" id="{453A7D7F-F774-4FCD-957E-A4A73A05B88A}"/>
              </a:ext>
            </a:extLst>
          </p:cNvPr>
          <p:cNvSpPr>
            <a:spLocks xmlns:a="http://schemas.openxmlformats.org/drawingml/2006/main" noGrp="1"/>
          </p:cNvSpPr>
          <p:nvPr/>
        </p:nvSpPr>
        <p:spPr>
          <a:xfrm xmlns:a="http://schemas.openxmlformats.org/drawingml/2006/main">
            <a:off x="3286125" y="44577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71827"/>
                </a:solidFill>
                <a:latin typeface="Segoe UI"/>
                <a:ea typeface="Segoe UI"/>
                <a:cs typeface="Segoe UI"/>
              </a:defRPr>
            </a:defPPr>
            <a:lvl1pPr algn="l">
              <a:defRPr sz="1275" b="0">
                <a:solidFill>
                  <a:srgbClr val="171827"/>
                </a:solidFill>
                <a:latin typeface="Segoe UI"/>
                <a:ea typeface="Segoe UI"/>
                <a:cs typeface="Segoe UI"/>
              </a:defRPr>
            </a:lvl1pPr>
            <a:lvl2pPr algn="l">
              <a:defRPr sz="1275" b="0">
                <a:solidFill>
                  <a:srgbClr val="171827"/>
                </a:solidFill>
                <a:latin typeface="Segoe UI"/>
                <a:ea typeface="Segoe UI"/>
                <a:cs typeface="Segoe UI"/>
              </a:defRPr>
            </a:lvl2pPr>
            <a:lvl3pPr algn="l">
              <a:defRPr sz="1275" b="0">
                <a:solidFill>
                  <a:srgbClr val="171827"/>
                </a:solidFill>
                <a:latin typeface="Segoe UI"/>
                <a:ea typeface="Segoe UI"/>
                <a:cs typeface="Segoe UI"/>
              </a:defRPr>
            </a:lvl3pPr>
            <a:lvl4pPr algn="l">
              <a:defRPr sz="1275" b="0">
                <a:solidFill>
                  <a:srgbClr val="171827"/>
                </a:solidFill>
                <a:latin typeface="Segoe UI"/>
                <a:ea typeface="Segoe UI"/>
                <a:cs typeface="Segoe UI"/>
              </a:defRPr>
            </a:lvl4pPr>
            <a:lvl5pPr algn="l">
              <a:defRPr sz="1275" b="0">
                <a:solidFill>
                  <a:srgbClr val="171827"/>
                </a:solidFill>
                <a:latin typeface="Segoe UI"/>
                <a:ea typeface="Segoe UI"/>
                <a:cs typeface="Segoe UI"/>
              </a:defRPr>
            </a:lvl5pPr>
            <a:lvl6pPr algn="l">
              <a:defRPr sz="1275" b="0">
                <a:solidFill>
                  <a:srgbClr val="171827"/>
                </a:solidFill>
                <a:latin typeface="Segoe UI"/>
                <a:ea typeface="Segoe UI"/>
                <a:cs typeface="Segoe UI"/>
              </a:defRPr>
            </a:lvl6pPr>
            <a:lvl7pPr algn="l">
              <a:defRPr sz="1275" b="0">
                <a:solidFill>
                  <a:srgbClr val="171827"/>
                </a:solidFill>
                <a:latin typeface="Segoe UI"/>
                <a:ea typeface="Segoe UI"/>
                <a:cs typeface="Segoe UI"/>
              </a:defRPr>
            </a:lvl7pPr>
            <a:lvl8pPr algn="l">
              <a:defRPr sz="1275" b="0">
                <a:solidFill>
                  <a:srgbClr val="171827"/>
                </a:solidFill>
                <a:latin typeface="Segoe UI"/>
                <a:ea typeface="Segoe UI"/>
                <a:cs typeface="Segoe UI"/>
              </a:defRPr>
            </a:lvl8pPr>
            <a:lvl9pPr algn="l">
              <a:defRPr sz="1275" b="0">
                <a:solidFill>
                  <a:srgbClr val="171827"/>
                </a:solidFill>
                <a:latin typeface="Segoe UI"/>
                <a:ea typeface="Segoe UI"/>
                <a:cs typeface="Segoe UI"/>
              </a:defRPr>
            </a:lvl9pPr>
          </a:lstStyle>
          <a:p xmlns:a="http://schemas.openxmlformats.org/drawingml/2006/main">
            <a:pPr algn="l">
              <a:defRPr sz="1275" b="0">
                <a:solidFill>
                  <a:srgbClr val="171827"/>
                </a:solidFill>
                <a:latin typeface="Segoe UI"/>
                <a:ea typeface="Segoe UI"/>
                <a:cs typeface="Segoe UI"/>
              </a:defRPr>
            </a:pPr>
            <a:r>
              <a:rPr sz="1275" b="0">
                <a:solidFill>
                  <a:srgbClr val="171827"/>
                </a:solidFill>
                <a:latin typeface="Segoe UI"/>
                <a:ea typeface="Segoe UI"/>
                <a:cs typeface="Segoe UI"/>
              </a:rPr>
              <a:t>if no eligible failure can be produced safely in the local demo. Do not manufacture an external side effect or replay production work.</a:t>
            </a:r>
          </a:p>
        </p:txBody>
      </p:sp>
    </p:spTree>
    <p:extLst>
      <p:ext uri="{BB962C8B-B14F-4D97-AF65-F5344CB8AC3E}">
        <p14:creationId xmlns:p14="http://schemas.microsoft.com/office/powerpoint/2010/main" val="720152811"/>
      </p:ext>
    </p:extLst>
  </p:cSld>
</p:sld>
</file>

<file path=ppt/slides/slide11.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2A80122-B84D-40DD-A489-45779F15A8A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CAD646-6CF0-402E-B6EB-BC4A6A3866F6}"/>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MANUAL TEST RECORD</a:t>
            </a:r>
          </a:p>
        </p:txBody>
      </p:sp>
      <p:sp>
        <p:nvSpPr>
          <p:cNvPr id="3" name="">
            <a:extLst xmlns:a="http://schemas.openxmlformats.org/drawingml/2006/main">
              <a:ext uri="{FF2B5EF4-FFF2-40B4-BE49-F238E27FC236}">
                <a16:creationId xmlns:a16="http://schemas.microsoft.com/office/drawing/2014/main" id="{D07A04C1-17B5-4B76-B3B3-887F848A6EDF}"/>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Capture evidence as you test</a:t>
            </a:r>
          </a:p>
        </p:txBody>
      </p:sp>
      <p:sp>
        <p:nvSpPr>
          <p:cNvPr id="4" name="">
            <a:extLst xmlns:a="http://schemas.openxmlformats.org/drawingml/2006/main">
              <a:ext uri="{FF2B5EF4-FFF2-40B4-BE49-F238E27FC236}">
                <a16:creationId xmlns:a16="http://schemas.microsoft.com/office/drawing/2014/main" id="{27E80E6D-4521-4E24-99A9-54751CB77EA0}"/>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Mark each item only after you perform it in the browser; attach screenshots or run IDs.</a:t>
            </a:r>
          </a:p>
        </p:txBody>
      </p:sp>
      <p:sp>
        <p:nvSpPr>
          <p:cNvPr id="5" name="">
            <a:extLst xmlns:a="http://schemas.openxmlformats.org/drawingml/2006/main">
              <a:ext uri="{FF2B5EF4-FFF2-40B4-BE49-F238E27FC236}">
                <a16:creationId xmlns:a16="http://schemas.microsoft.com/office/drawing/2014/main" id="{9E8692E4-AB85-4938-9507-0009EB8F9E9E}"/>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AB53C8-85E6-4553-802C-7ABBAEAA927D}"/>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7333EC1C-32B2-48BA-8F40-5FA504DC122F}"/>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11</a:t>
            </a:r>
          </a:p>
        </p:txBody>
      </p:sp>
      <p:sp>
        <p:nvSpPr>
          <p:cNvPr id="8" name="">
            <a:extLst xmlns:a="http://schemas.openxmlformats.org/drawingml/2006/main">
              <a:ext uri="{FF2B5EF4-FFF2-40B4-BE49-F238E27FC236}">
                <a16:creationId xmlns:a16="http://schemas.microsoft.com/office/drawing/2014/main" id="{AB59F22A-4152-476F-B07F-B56DF5B68E1D}"/>
              </a:ext>
            </a:extLst>
          </p:cNvPr>
          <p:cNvSpPr>
            <a:spLocks xmlns:a="http://schemas.openxmlformats.org/drawingml/2006/main" noGrp="1"/>
          </p:cNvSpPr>
          <p:nvPr/>
        </p:nvSpPr>
        <p:spPr>
          <a:xfrm xmlns:a="http://schemas.openxmlformats.org/drawingml/2006/main">
            <a:off x="762000" y="1895475"/>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677C"/>
                </a:solidFill>
                <a:latin typeface="Segoe UI"/>
                <a:ea typeface="Segoe UI"/>
                <a:cs typeface="Segoe UI"/>
              </a:defRPr>
            </a:defPPr>
            <a:lvl1pPr algn="l">
              <a:defRPr sz="900" b="1">
                <a:solidFill>
                  <a:srgbClr val="64677C"/>
                </a:solidFill>
                <a:latin typeface="Segoe UI"/>
                <a:ea typeface="Segoe UI"/>
                <a:cs typeface="Segoe UI"/>
              </a:defRPr>
            </a:lvl1pPr>
            <a:lvl2pPr algn="l">
              <a:defRPr sz="900" b="1">
                <a:solidFill>
                  <a:srgbClr val="64677C"/>
                </a:solidFill>
                <a:latin typeface="Segoe UI"/>
                <a:ea typeface="Segoe UI"/>
                <a:cs typeface="Segoe UI"/>
              </a:defRPr>
            </a:lvl2pPr>
            <a:lvl3pPr algn="l">
              <a:defRPr sz="900" b="1">
                <a:solidFill>
                  <a:srgbClr val="64677C"/>
                </a:solidFill>
                <a:latin typeface="Segoe UI"/>
                <a:ea typeface="Segoe UI"/>
                <a:cs typeface="Segoe UI"/>
              </a:defRPr>
            </a:lvl3pPr>
            <a:lvl4pPr algn="l">
              <a:defRPr sz="900" b="1">
                <a:solidFill>
                  <a:srgbClr val="64677C"/>
                </a:solidFill>
                <a:latin typeface="Segoe UI"/>
                <a:ea typeface="Segoe UI"/>
                <a:cs typeface="Segoe UI"/>
              </a:defRPr>
            </a:lvl4pPr>
            <a:lvl5pPr algn="l">
              <a:defRPr sz="900" b="1">
                <a:solidFill>
                  <a:srgbClr val="64677C"/>
                </a:solidFill>
                <a:latin typeface="Segoe UI"/>
                <a:ea typeface="Segoe UI"/>
                <a:cs typeface="Segoe UI"/>
              </a:defRPr>
            </a:lvl5pPr>
            <a:lvl6pPr algn="l">
              <a:defRPr sz="900" b="1">
                <a:solidFill>
                  <a:srgbClr val="64677C"/>
                </a:solidFill>
                <a:latin typeface="Segoe UI"/>
                <a:ea typeface="Segoe UI"/>
                <a:cs typeface="Segoe UI"/>
              </a:defRPr>
            </a:lvl6pPr>
            <a:lvl7pPr algn="l">
              <a:defRPr sz="900" b="1">
                <a:solidFill>
                  <a:srgbClr val="64677C"/>
                </a:solidFill>
                <a:latin typeface="Segoe UI"/>
                <a:ea typeface="Segoe UI"/>
                <a:cs typeface="Segoe UI"/>
              </a:defRPr>
            </a:lvl7pPr>
            <a:lvl8pPr algn="l">
              <a:defRPr sz="900" b="1">
                <a:solidFill>
                  <a:srgbClr val="64677C"/>
                </a:solidFill>
                <a:latin typeface="Segoe UI"/>
                <a:ea typeface="Segoe UI"/>
                <a:cs typeface="Segoe UI"/>
              </a:defRPr>
            </a:lvl8pPr>
            <a:lvl9pPr algn="l">
              <a:defRPr sz="900" b="1">
                <a:solidFill>
                  <a:srgbClr val="64677C"/>
                </a:solidFill>
                <a:latin typeface="Segoe UI"/>
                <a:ea typeface="Segoe UI"/>
                <a:cs typeface="Segoe UI"/>
              </a:defRPr>
            </a:lvl9pPr>
          </a:lstStyle>
          <a:p xmlns:a="http://schemas.openxmlformats.org/drawingml/2006/main">
            <a:pPr algn="l">
              <a:defRPr sz="900" b="1">
                <a:solidFill>
                  <a:srgbClr val="64677C"/>
                </a:solidFill>
                <a:latin typeface="Segoe UI"/>
                <a:ea typeface="Segoe UI"/>
                <a:cs typeface="Segoe UI"/>
              </a:defRPr>
            </a:pPr>
            <a:r>
              <a:rPr sz="900" b="1">
                <a:solidFill>
                  <a:srgbClr val="64677C"/>
                </a:solidFill>
                <a:latin typeface="Segoe UI"/>
                <a:ea typeface="Segoe UI"/>
                <a:cs typeface="Segoe UI"/>
              </a:rPr>
              <a:t>CHECK</a:t>
            </a:r>
          </a:p>
        </p:txBody>
      </p:sp>
      <p:sp>
        <p:nvSpPr>
          <p:cNvPr id="9" name="">
            <a:extLst xmlns:a="http://schemas.openxmlformats.org/drawingml/2006/main">
              <a:ext uri="{FF2B5EF4-FFF2-40B4-BE49-F238E27FC236}">
                <a16:creationId xmlns:a16="http://schemas.microsoft.com/office/drawing/2014/main" id="{CE60415A-38F1-4DBF-A3E8-3F6E6ED4C7E1}"/>
              </a:ext>
            </a:extLst>
          </p:cNvPr>
          <p:cNvSpPr>
            <a:spLocks xmlns:a="http://schemas.openxmlformats.org/drawingml/2006/main" noGrp="1"/>
          </p:cNvSpPr>
          <p:nvPr/>
        </p:nvSpPr>
        <p:spPr>
          <a:xfrm xmlns:a="http://schemas.openxmlformats.org/drawingml/2006/main">
            <a:off x="7905750" y="18954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677C"/>
                </a:solidFill>
                <a:latin typeface="Segoe UI"/>
                <a:ea typeface="Segoe UI"/>
                <a:cs typeface="Segoe UI"/>
              </a:defRPr>
            </a:defPPr>
            <a:lvl1pPr algn="l">
              <a:defRPr sz="900" b="1">
                <a:solidFill>
                  <a:srgbClr val="64677C"/>
                </a:solidFill>
                <a:latin typeface="Segoe UI"/>
                <a:ea typeface="Segoe UI"/>
                <a:cs typeface="Segoe UI"/>
              </a:defRPr>
            </a:lvl1pPr>
            <a:lvl2pPr algn="l">
              <a:defRPr sz="900" b="1">
                <a:solidFill>
                  <a:srgbClr val="64677C"/>
                </a:solidFill>
                <a:latin typeface="Segoe UI"/>
                <a:ea typeface="Segoe UI"/>
                <a:cs typeface="Segoe UI"/>
              </a:defRPr>
            </a:lvl2pPr>
            <a:lvl3pPr algn="l">
              <a:defRPr sz="900" b="1">
                <a:solidFill>
                  <a:srgbClr val="64677C"/>
                </a:solidFill>
                <a:latin typeface="Segoe UI"/>
                <a:ea typeface="Segoe UI"/>
                <a:cs typeface="Segoe UI"/>
              </a:defRPr>
            </a:lvl3pPr>
            <a:lvl4pPr algn="l">
              <a:defRPr sz="900" b="1">
                <a:solidFill>
                  <a:srgbClr val="64677C"/>
                </a:solidFill>
                <a:latin typeface="Segoe UI"/>
                <a:ea typeface="Segoe UI"/>
                <a:cs typeface="Segoe UI"/>
              </a:defRPr>
            </a:lvl4pPr>
            <a:lvl5pPr algn="l">
              <a:defRPr sz="900" b="1">
                <a:solidFill>
                  <a:srgbClr val="64677C"/>
                </a:solidFill>
                <a:latin typeface="Segoe UI"/>
                <a:ea typeface="Segoe UI"/>
                <a:cs typeface="Segoe UI"/>
              </a:defRPr>
            </a:lvl5pPr>
            <a:lvl6pPr algn="l">
              <a:defRPr sz="900" b="1">
                <a:solidFill>
                  <a:srgbClr val="64677C"/>
                </a:solidFill>
                <a:latin typeface="Segoe UI"/>
                <a:ea typeface="Segoe UI"/>
                <a:cs typeface="Segoe UI"/>
              </a:defRPr>
            </a:lvl6pPr>
            <a:lvl7pPr algn="l">
              <a:defRPr sz="900" b="1">
                <a:solidFill>
                  <a:srgbClr val="64677C"/>
                </a:solidFill>
                <a:latin typeface="Segoe UI"/>
                <a:ea typeface="Segoe UI"/>
                <a:cs typeface="Segoe UI"/>
              </a:defRPr>
            </a:lvl7pPr>
            <a:lvl8pPr algn="l">
              <a:defRPr sz="900" b="1">
                <a:solidFill>
                  <a:srgbClr val="64677C"/>
                </a:solidFill>
                <a:latin typeface="Segoe UI"/>
                <a:ea typeface="Segoe UI"/>
                <a:cs typeface="Segoe UI"/>
              </a:defRPr>
            </a:lvl8pPr>
            <a:lvl9pPr algn="l">
              <a:defRPr sz="900" b="1">
                <a:solidFill>
                  <a:srgbClr val="64677C"/>
                </a:solidFill>
                <a:latin typeface="Segoe UI"/>
                <a:ea typeface="Segoe UI"/>
                <a:cs typeface="Segoe UI"/>
              </a:defRPr>
            </a:lvl9pPr>
          </a:lstStyle>
          <a:p xmlns:a="http://schemas.openxmlformats.org/drawingml/2006/main">
            <a:pPr algn="l">
              <a:defRPr sz="900" b="1">
                <a:solidFill>
                  <a:srgbClr val="64677C"/>
                </a:solidFill>
                <a:latin typeface="Segoe UI"/>
                <a:ea typeface="Segoe UI"/>
                <a:cs typeface="Segoe UI"/>
              </a:defRPr>
            </a:pPr>
            <a:r>
              <a:rPr sz="900" b="1">
                <a:solidFill>
                  <a:srgbClr val="64677C"/>
                </a:solidFill>
                <a:latin typeface="Segoe UI"/>
                <a:ea typeface="Segoe UI"/>
                <a:cs typeface="Segoe UI"/>
              </a:rPr>
              <a:t>RESULT</a:t>
            </a:r>
          </a:p>
        </p:txBody>
      </p:sp>
      <p:sp>
        <p:nvSpPr>
          <p:cNvPr id="10" name="">
            <a:extLst xmlns:a="http://schemas.openxmlformats.org/drawingml/2006/main">
              <a:ext uri="{FF2B5EF4-FFF2-40B4-BE49-F238E27FC236}">
                <a16:creationId xmlns:a16="http://schemas.microsoft.com/office/drawing/2014/main" id="{7F660E0E-A0E6-4917-8BE9-D525542F0B1B}"/>
              </a:ext>
            </a:extLst>
          </p:cNvPr>
          <p:cNvSpPr>
            <a:spLocks xmlns:a="http://schemas.openxmlformats.org/drawingml/2006/main" noGrp="1"/>
          </p:cNvSpPr>
          <p:nvPr/>
        </p:nvSpPr>
        <p:spPr>
          <a:xfrm xmlns:a="http://schemas.openxmlformats.org/drawingml/2006/main">
            <a:off x="666750" y="2190750"/>
            <a:ext cx="10858500" cy="19050"/>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CA0C51-FAF1-4FE4-A806-7FFF193C90FC}"/>
              </a:ext>
            </a:extLst>
          </p:cNvPr>
          <p:cNvSpPr>
            <a:spLocks xmlns:a="http://schemas.openxmlformats.org/drawingml/2006/main" noGrp="1"/>
          </p:cNvSpPr>
          <p:nvPr/>
        </p:nvSpPr>
        <p:spPr>
          <a:xfrm xmlns:a="http://schemas.openxmlformats.org/drawingml/2006/main">
            <a:off x="781050" y="2305050"/>
            <a:ext cx="642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71827"/>
                </a:solidFill>
                <a:latin typeface="Segoe UI"/>
                <a:ea typeface="Segoe UI"/>
                <a:cs typeface="Segoe UI"/>
              </a:defRPr>
            </a:defPPr>
            <a:lvl1pPr algn="l">
              <a:defRPr sz="1200" b="0">
                <a:solidFill>
                  <a:srgbClr val="171827"/>
                </a:solidFill>
                <a:latin typeface="Segoe UI"/>
                <a:ea typeface="Segoe UI"/>
                <a:cs typeface="Segoe UI"/>
              </a:defRPr>
            </a:lvl1pPr>
            <a:lvl2pPr algn="l">
              <a:defRPr sz="1200" b="0">
                <a:solidFill>
                  <a:srgbClr val="171827"/>
                </a:solidFill>
                <a:latin typeface="Segoe UI"/>
                <a:ea typeface="Segoe UI"/>
                <a:cs typeface="Segoe UI"/>
              </a:defRPr>
            </a:lvl2pPr>
            <a:lvl3pPr algn="l">
              <a:defRPr sz="1200" b="0">
                <a:solidFill>
                  <a:srgbClr val="171827"/>
                </a:solidFill>
                <a:latin typeface="Segoe UI"/>
                <a:ea typeface="Segoe UI"/>
                <a:cs typeface="Segoe UI"/>
              </a:defRPr>
            </a:lvl3pPr>
            <a:lvl4pPr algn="l">
              <a:defRPr sz="1200" b="0">
                <a:solidFill>
                  <a:srgbClr val="171827"/>
                </a:solidFill>
                <a:latin typeface="Segoe UI"/>
                <a:ea typeface="Segoe UI"/>
                <a:cs typeface="Segoe UI"/>
              </a:defRPr>
            </a:lvl4pPr>
            <a:lvl5pPr algn="l">
              <a:defRPr sz="1200" b="0">
                <a:solidFill>
                  <a:srgbClr val="171827"/>
                </a:solidFill>
                <a:latin typeface="Segoe UI"/>
                <a:ea typeface="Segoe UI"/>
                <a:cs typeface="Segoe UI"/>
              </a:defRPr>
            </a:lvl5pPr>
            <a:lvl6pPr algn="l">
              <a:defRPr sz="1200" b="0">
                <a:solidFill>
                  <a:srgbClr val="171827"/>
                </a:solidFill>
                <a:latin typeface="Segoe UI"/>
                <a:ea typeface="Segoe UI"/>
                <a:cs typeface="Segoe UI"/>
              </a:defRPr>
            </a:lvl6pPr>
            <a:lvl7pPr algn="l">
              <a:defRPr sz="1200" b="0">
                <a:solidFill>
                  <a:srgbClr val="171827"/>
                </a:solidFill>
                <a:latin typeface="Segoe UI"/>
                <a:ea typeface="Segoe UI"/>
                <a:cs typeface="Segoe UI"/>
              </a:defRPr>
            </a:lvl7pPr>
            <a:lvl8pPr algn="l">
              <a:defRPr sz="1200" b="0">
                <a:solidFill>
                  <a:srgbClr val="171827"/>
                </a:solidFill>
                <a:latin typeface="Segoe UI"/>
                <a:ea typeface="Segoe UI"/>
                <a:cs typeface="Segoe UI"/>
              </a:defRPr>
            </a:lvl8pPr>
            <a:lvl9pPr algn="l">
              <a:defRPr sz="1200" b="0">
                <a:solidFill>
                  <a:srgbClr val="171827"/>
                </a:solidFill>
                <a:latin typeface="Segoe UI"/>
                <a:ea typeface="Segoe UI"/>
                <a:cs typeface="Segoe UI"/>
              </a:defRPr>
            </a:lvl9pPr>
          </a:lstStyle>
          <a:p xmlns:a="http://schemas.openxmlformats.org/drawingml/2006/main">
            <a:pPr algn="l">
              <a:defRPr sz="1200" b="0">
                <a:solidFill>
                  <a:srgbClr val="171827"/>
                </a:solidFill>
                <a:latin typeface="Segoe UI"/>
                <a:ea typeface="Segoe UI"/>
                <a:cs typeface="Segoe UI"/>
              </a:defRPr>
            </a:pPr>
            <a:r>
              <a:rPr sz="1200" b="0">
                <a:solidFill>
                  <a:srgbClr val="171827"/>
                </a:solidFill>
                <a:latin typeface="Segoe UI"/>
                <a:ea typeface="Segoe UI"/>
                <a:cs typeface="Segoe UI"/>
              </a:rPr>
              <a:t>Open UI + connect workspace</a:t>
            </a:r>
          </a:p>
        </p:txBody>
      </p:sp>
      <p:sp>
        <p:nvSpPr>
          <p:cNvPr id="12" name="">
            <a:extLst xmlns:a="http://schemas.openxmlformats.org/drawingml/2006/main">
              <a:ext uri="{FF2B5EF4-FFF2-40B4-BE49-F238E27FC236}">
                <a16:creationId xmlns:a16="http://schemas.microsoft.com/office/drawing/2014/main" id="{F0F692E5-A742-4BA6-A913-F3F48DAC49E9}"/>
              </a:ext>
            </a:extLst>
          </p:cNvPr>
          <p:cNvSpPr>
            <a:spLocks xmlns:a="http://schemas.openxmlformats.org/drawingml/2006/main" noGrp="1"/>
          </p:cNvSpPr>
          <p:nvPr/>
        </p:nvSpPr>
        <p:spPr>
          <a:xfrm xmlns:a="http://schemas.openxmlformats.org/drawingml/2006/main">
            <a:off x="7905750" y="23050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PASS / FAIL / NOT TESTED</a:t>
            </a:r>
          </a:p>
        </p:txBody>
      </p:sp>
      <p:sp>
        <p:nvSpPr>
          <p:cNvPr id="13" name="">
            <a:extLst xmlns:a="http://schemas.openxmlformats.org/drawingml/2006/main">
              <a:ext uri="{FF2B5EF4-FFF2-40B4-BE49-F238E27FC236}">
                <a16:creationId xmlns:a16="http://schemas.microsoft.com/office/drawing/2014/main" id="{D9A00A8D-EE71-41EF-8288-142785448CF1}"/>
              </a:ext>
            </a:extLst>
          </p:cNvPr>
          <p:cNvSpPr>
            <a:spLocks xmlns:a="http://schemas.openxmlformats.org/drawingml/2006/main" noGrp="1"/>
          </p:cNvSpPr>
          <p:nvPr/>
        </p:nvSpPr>
        <p:spPr>
          <a:xfrm xmlns:a="http://schemas.openxmlformats.org/drawingml/2006/main">
            <a:off x="781050" y="2657475"/>
            <a:ext cx="1038225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2C36CE5-3C36-42B7-B7E9-FDE488685E5B}"/>
              </a:ext>
            </a:extLst>
          </p:cNvPr>
          <p:cNvSpPr>
            <a:spLocks xmlns:a="http://schemas.openxmlformats.org/drawingml/2006/main" noGrp="1"/>
          </p:cNvSpPr>
          <p:nvPr/>
        </p:nvSpPr>
        <p:spPr>
          <a:xfrm xmlns:a="http://schemas.openxmlformats.org/drawingml/2006/main">
            <a:off x="781050" y="2762250"/>
            <a:ext cx="642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71827"/>
                </a:solidFill>
                <a:latin typeface="Segoe UI"/>
                <a:ea typeface="Segoe UI"/>
                <a:cs typeface="Segoe UI"/>
              </a:defRPr>
            </a:defPPr>
            <a:lvl1pPr algn="l">
              <a:defRPr sz="1200" b="0">
                <a:solidFill>
                  <a:srgbClr val="171827"/>
                </a:solidFill>
                <a:latin typeface="Segoe UI"/>
                <a:ea typeface="Segoe UI"/>
                <a:cs typeface="Segoe UI"/>
              </a:defRPr>
            </a:lvl1pPr>
            <a:lvl2pPr algn="l">
              <a:defRPr sz="1200" b="0">
                <a:solidFill>
                  <a:srgbClr val="171827"/>
                </a:solidFill>
                <a:latin typeface="Segoe UI"/>
                <a:ea typeface="Segoe UI"/>
                <a:cs typeface="Segoe UI"/>
              </a:defRPr>
            </a:lvl2pPr>
            <a:lvl3pPr algn="l">
              <a:defRPr sz="1200" b="0">
                <a:solidFill>
                  <a:srgbClr val="171827"/>
                </a:solidFill>
                <a:latin typeface="Segoe UI"/>
                <a:ea typeface="Segoe UI"/>
                <a:cs typeface="Segoe UI"/>
              </a:defRPr>
            </a:lvl3pPr>
            <a:lvl4pPr algn="l">
              <a:defRPr sz="1200" b="0">
                <a:solidFill>
                  <a:srgbClr val="171827"/>
                </a:solidFill>
                <a:latin typeface="Segoe UI"/>
                <a:ea typeface="Segoe UI"/>
                <a:cs typeface="Segoe UI"/>
              </a:defRPr>
            </a:lvl4pPr>
            <a:lvl5pPr algn="l">
              <a:defRPr sz="1200" b="0">
                <a:solidFill>
                  <a:srgbClr val="171827"/>
                </a:solidFill>
                <a:latin typeface="Segoe UI"/>
                <a:ea typeface="Segoe UI"/>
                <a:cs typeface="Segoe UI"/>
              </a:defRPr>
            </a:lvl5pPr>
            <a:lvl6pPr algn="l">
              <a:defRPr sz="1200" b="0">
                <a:solidFill>
                  <a:srgbClr val="171827"/>
                </a:solidFill>
                <a:latin typeface="Segoe UI"/>
                <a:ea typeface="Segoe UI"/>
                <a:cs typeface="Segoe UI"/>
              </a:defRPr>
            </a:lvl6pPr>
            <a:lvl7pPr algn="l">
              <a:defRPr sz="1200" b="0">
                <a:solidFill>
                  <a:srgbClr val="171827"/>
                </a:solidFill>
                <a:latin typeface="Segoe UI"/>
                <a:ea typeface="Segoe UI"/>
                <a:cs typeface="Segoe UI"/>
              </a:defRPr>
            </a:lvl7pPr>
            <a:lvl8pPr algn="l">
              <a:defRPr sz="1200" b="0">
                <a:solidFill>
                  <a:srgbClr val="171827"/>
                </a:solidFill>
                <a:latin typeface="Segoe UI"/>
                <a:ea typeface="Segoe UI"/>
                <a:cs typeface="Segoe UI"/>
              </a:defRPr>
            </a:lvl8pPr>
            <a:lvl9pPr algn="l">
              <a:defRPr sz="1200" b="0">
                <a:solidFill>
                  <a:srgbClr val="171827"/>
                </a:solidFill>
                <a:latin typeface="Segoe UI"/>
                <a:ea typeface="Segoe UI"/>
                <a:cs typeface="Segoe UI"/>
              </a:defRPr>
            </a:lvl9pPr>
          </a:lstStyle>
          <a:p xmlns:a="http://schemas.openxmlformats.org/drawingml/2006/main">
            <a:pPr algn="l">
              <a:defRPr sz="1200" b="0">
                <a:solidFill>
                  <a:srgbClr val="171827"/>
                </a:solidFill>
                <a:latin typeface="Segoe UI"/>
                <a:ea typeface="Segoe UI"/>
                <a:cs typeface="Segoe UI"/>
              </a:defRPr>
            </a:pPr>
            <a:r>
              <a:rPr sz="1200" b="0">
                <a:solidFill>
                  <a:srgbClr val="171827"/>
                </a:solidFill>
                <a:latin typeface="Segoe UI"/>
                <a:ea typeface="Segoe UI"/>
                <a:cs typeface="Segoe UI"/>
              </a:rPr>
              <a:t>List search, filter, pagination</a:t>
            </a:r>
          </a:p>
        </p:txBody>
      </p:sp>
      <p:sp>
        <p:nvSpPr>
          <p:cNvPr id="15" name="">
            <a:extLst xmlns:a="http://schemas.openxmlformats.org/drawingml/2006/main">
              <a:ext uri="{FF2B5EF4-FFF2-40B4-BE49-F238E27FC236}">
                <a16:creationId xmlns:a16="http://schemas.microsoft.com/office/drawing/2014/main" id="{6332D66D-3FCF-4BF5-BAAF-2014D09C5EB6}"/>
              </a:ext>
            </a:extLst>
          </p:cNvPr>
          <p:cNvSpPr>
            <a:spLocks xmlns:a="http://schemas.openxmlformats.org/drawingml/2006/main" noGrp="1"/>
          </p:cNvSpPr>
          <p:nvPr/>
        </p:nvSpPr>
        <p:spPr>
          <a:xfrm xmlns:a="http://schemas.openxmlformats.org/drawingml/2006/main">
            <a:off x="7905750" y="27622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PASS / FAIL / NOT TESTED</a:t>
            </a:r>
          </a:p>
        </p:txBody>
      </p:sp>
      <p:sp>
        <p:nvSpPr>
          <p:cNvPr id="16" name="">
            <a:extLst xmlns:a="http://schemas.openxmlformats.org/drawingml/2006/main">
              <a:ext uri="{FF2B5EF4-FFF2-40B4-BE49-F238E27FC236}">
                <a16:creationId xmlns:a16="http://schemas.microsoft.com/office/drawing/2014/main" id="{0E68381B-5C0B-484C-8184-E5BFFCD3B8CB}"/>
              </a:ext>
            </a:extLst>
          </p:cNvPr>
          <p:cNvSpPr>
            <a:spLocks xmlns:a="http://schemas.openxmlformats.org/drawingml/2006/main" noGrp="1"/>
          </p:cNvSpPr>
          <p:nvPr/>
        </p:nvSpPr>
        <p:spPr>
          <a:xfrm xmlns:a="http://schemas.openxmlformats.org/drawingml/2006/main">
            <a:off x="781050" y="3114675"/>
            <a:ext cx="1038225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FAEBCD6-1AA1-4D5B-8566-2E8CDC07CAD4}"/>
              </a:ext>
            </a:extLst>
          </p:cNvPr>
          <p:cNvSpPr>
            <a:spLocks xmlns:a="http://schemas.openxmlformats.org/drawingml/2006/main" noGrp="1"/>
          </p:cNvSpPr>
          <p:nvPr/>
        </p:nvSpPr>
        <p:spPr>
          <a:xfrm xmlns:a="http://schemas.openxmlformats.org/drawingml/2006/main">
            <a:off x="781050" y="3219450"/>
            <a:ext cx="642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71827"/>
                </a:solidFill>
                <a:latin typeface="Segoe UI"/>
                <a:ea typeface="Segoe UI"/>
                <a:cs typeface="Segoe UI"/>
              </a:defRPr>
            </a:defPPr>
            <a:lvl1pPr algn="l">
              <a:defRPr sz="1200" b="0">
                <a:solidFill>
                  <a:srgbClr val="171827"/>
                </a:solidFill>
                <a:latin typeface="Segoe UI"/>
                <a:ea typeface="Segoe UI"/>
                <a:cs typeface="Segoe UI"/>
              </a:defRPr>
            </a:lvl1pPr>
            <a:lvl2pPr algn="l">
              <a:defRPr sz="1200" b="0">
                <a:solidFill>
                  <a:srgbClr val="171827"/>
                </a:solidFill>
                <a:latin typeface="Segoe UI"/>
                <a:ea typeface="Segoe UI"/>
                <a:cs typeface="Segoe UI"/>
              </a:defRPr>
            </a:lvl2pPr>
            <a:lvl3pPr algn="l">
              <a:defRPr sz="1200" b="0">
                <a:solidFill>
                  <a:srgbClr val="171827"/>
                </a:solidFill>
                <a:latin typeface="Segoe UI"/>
                <a:ea typeface="Segoe UI"/>
                <a:cs typeface="Segoe UI"/>
              </a:defRPr>
            </a:lvl3pPr>
            <a:lvl4pPr algn="l">
              <a:defRPr sz="1200" b="0">
                <a:solidFill>
                  <a:srgbClr val="171827"/>
                </a:solidFill>
                <a:latin typeface="Segoe UI"/>
                <a:ea typeface="Segoe UI"/>
                <a:cs typeface="Segoe UI"/>
              </a:defRPr>
            </a:lvl4pPr>
            <a:lvl5pPr algn="l">
              <a:defRPr sz="1200" b="0">
                <a:solidFill>
                  <a:srgbClr val="171827"/>
                </a:solidFill>
                <a:latin typeface="Segoe UI"/>
                <a:ea typeface="Segoe UI"/>
                <a:cs typeface="Segoe UI"/>
              </a:defRPr>
            </a:lvl5pPr>
            <a:lvl6pPr algn="l">
              <a:defRPr sz="1200" b="0">
                <a:solidFill>
                  <a:srgbClr val="171827"/>
                </a:solidFill>
                <a:latin typeface="Segoe UI"/>
                <a:ea typeface="Segoe UI"/>
                <a:cs typeface="Segoe UI"/>
              </a:defRPr>
            </a:lvl6pPr>
            <a:lvl7pPr algn="l">
              <a:defRPr sz="1200" b="0">
                <a:solidFill>
                  <a:srgbClr val="171827"/>
                </a:solidFill>
                <a:latin typeface="Segoe UI"/>
                <a:ea typeface="Segoe UI"/>
                <a:cs typeface="Segoe UI"/>
              </a:defRPr>
            </a:lvl7pPr>
            <a:lvl8pPr algn="l">
              <a:defRPr sz="1200" b="0">
                <a:solidFill>
                  <a:srgbClr val="171827"/>
                </a:solidFill>
                <a:latin typeface="Segoe UI"/>
                <a:ea typeface="Segoe UI"/>
                <a:cs typeface="Segoe UI"/>
              </a:defRPr>
            </a:lvl8pPr>
            <a:lvl9pPr algn="l">
              <a:defRPr sz="1200" b="0">
                <a:solidFill>
                  <a:srgbClr val="171827"/>
                </a:solidFill>
                <a:latin typeface="Segoe UI"/>
                <a:ea typeface="Segoe UI"/>
                <a:cs typeface="Segoe UI"/>
              </a:defRPr>
            </a:lvl9pPr>
          </a:lstStyle>
          <a:p xmlns:a="http://schemas.openxmlformats.org/drawingml/2006/main">
            <a:pPr algn="l">
              <a:defRPr sz="1200" b="0">
                <a:solidFill>
                  <a:srgbClr val="171827"/>
                </a:solidFill>
                <a:latin typeface="Segoe UI"/>
                <a:ea typeface="Segoe UI"/>
                <a:cs typeface="Segoe UI"/>
              </a:defRPr>
            </a:pPr>
            <a:r>
              <a:rPr sz="1200" b="0">
                <a:solidFill>
                  <a:srgbClr val="171827"/>
                </a:solidFill>
                <a:latin typeface="Segoe UI"/>
                <a:ea typeface="Segoe UI"/>
                <a:cs typeface="Segoe UI"/>
              </a:rPr>
              <a:t>Builder save + validation</a:t>
            </a:r>
          </a:p>
        </p:txBody>
      </p:sp>
      <p:sp>
        <p:nvSpPr>
          <p:cNvPr id="18" name="">
            <a:extLst xmlns:a="http://schemas.openxmlformats.org/drawingml/2006/main">
              <a:ext uri="{FF2B5EF4-FFF2-40B4-BE49-F238E27FC236}">
                <a16:creationId xmlns:a16="http://schemas.microsoft.com/office/drawing/2014/main" id="{97839143-775B-4F56-9625-41D037964846}"/>
              </a:ext>
            </a:extLst>
          </p:cNvPr>
          <p:cNvSpPr>
            <a:spLocks xmlns:a="http://schemas.openxmlformats.org/drawingml/2006/main" noGrp="1"/>
          </p:cNvSpPr>
          <p:nvPr/>
        </p:nvSpPr>
        <p:spPr>
          <a:xfrm xmlns:a="http://schemas.openxmlformats.org/drawingml/2006/main">
            <a:off x="7905750" y="32194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PASS / FAIL / NOT TESTED</a:t>
            </a:r>
          </a:p>
        </p:txBody>
      </p:sp>
      <p:sp>
        <p:nvSpPr>
          <p:cNvPr id="19" name="">
            <a:extLst xmlns:a="http://schemas.openxmlformats.org/drawingml/2006/main">
              <a:ext uri="{FF2B5EF4-FFF2-40B4-BE49-F238E27FC236}">
                <a16:creationId xmlns:a16="http://schemas.microsoft.com/office/drawing/2014/main" id="{537CA30C-B418-4B77-B72C-0C586025A408}"/>
              </a:ext>
            </a:extLst>
          </p:cNvPr>
          <p:cNvSpPr>
            <a:spLocks xmlns:a="http://schemas.openxmlformats.org/drawingml/2006/main" noGrp="1"/>
          </p:cNvSpPr>
          <p:nvPr/>
        </p:nvSpPr>
        <p:spPr>
          <a:xfrm xmlns:a="http://schemas.openxmlformats.org/drawingml/2006/main">
            <a:off x="781050" y="3571875"/>
            <a:ext cx="1038225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80C738A-8E46-439C-977B-80C0C0FF9113}"/>
              </a:ext>
            </a:extLst>
          </p:cNvPr>
          <p:cNvSpPr>
            <a:spLocks xmlns:a="http://schemas.openxmlformats.org/drawingml/2006/main" noGrp="1"/>
          </p:cNvSpPr>
          <p:nvPr/>
        </p:nvSpPr>
        <p:spPr>
          <a:xfrm xmlns:a="http://schemas.openxmlformats.org/drawingml/2006/main">
            <a:off x="781050" y="3676650"/>
            <a:ext cx="642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71827"/>
                </a:solidFill>
                <a:latin typeface="Segoe UI"/>
                <a:ea typeface="Segoe UI"/>
                <a:cs typeface="Segoe UI"/>
              </a:defRPr>
            </a:defPPr>
            <a:lvl1pPr algn="l">
              <a:defRPr sz="1200" b="0">
                <a:solidFill>
                  <a:srgbClr val="171827"/>
                </a:solidFill>
                <a:latin typeface="Segoe UI"/>
                <a:ea typeface="Segoe UI"/>
                <a:cs typeface="Segoe UI"/>
              </a:defRPr>
            </a:lvl1pPr>
            <a:lvl2pPr algn="l">
              <a:defRPr sz="1200" b="0">
                <a:solidFill>
                  <a:srgbClr val="171827"/>
                </a:solidFill>
                <a:latin typeface="Segoe UI"/>
                <a:ea typeface="Segoe UI"/>
                <a:cs typeface="Segoe UI"/>
              </a:defRPr>
            </a:lvl2pPr>
            <a:lvl3pPr algn="l">
              <a:defRPr sz="1200" b="0">
                <a:solidFill>
                  <a:srgbClr val="171827"/>
                </a:solidFill>
                <a:latin typeface="Segoe UI"/>
                <a:ea typeface="Segoe UI"/>
                <a:cs typeface="Segoe UI"/>
              </a:defRPr>
            </a:lvl3pPr>
            <a:lvl4pPr algn="l">
              <a:defRPr sz="1200" b="0">
                <a:solidFill>
                  <a:srgbClr val="171827"/>
                </a:solidFill>
                <a:latin typeface="Segoe UI"/>
                <a:ea typeface="Segoe UI"/>
                <a:cs typeface="Segoe UI"/>
              </a:defRPr>
            </a:lvl4pPr>
            <a:lvl5pPr algn="l">
              <a:defRPr sz="1200" b="0">
                <a:solidFill>
                  <a:srgbClr val="171827"/>
                </a:solidFill>
                <a:latin typeface="Segoe UI"/>
                <a:ea typeface="Segoe UI"/>
                <a:cs typeface="Segoe UI"/>
              </a:defRPr>
            </a:lvl5pPr>
            <a:lvl6pPr algn="l">
              <a:defRPr sz="1200" b="0">
                <a:solidFill>
                  <a:srgbClr val="171827"/>
                </a:solidFill>
                <a:latin typeface="Segoe UI"/>
                <a:ea typeface="Segoe UI"/>
                <a:cs typeface="Segoe UI"/>
              </a:defRPr>
            </a:lvl6pPr>
            <a:lvl7pPr algn="l">
              <a:defRPr sz="1200" b="0">
                <a:solidFill>
                  <a:srgbClr val="171827"/>
                </a:solidFill>
                <a:latin typeface="Segoe UI"/>
                <a:ea typeface="Segoe UI"/>
                <a:cs typeface="Segoe UI"/>
              </a:defRPr>
            </a:lvl7pPr>
            <a:lvl8pPr algn="l">
              <a:defRPr sz="1200" b="0">
                <a:solidFill>
                  <a:srgbClr val="171827"/>
                </a:solidFill>
                <a:latin typeface="Segoe UI"/>
                <a:ea typeface="Segoe UI"/>
                <a:cs typeface="Segoe UI"/>
              </a:defRPr>
            </a:lvl8pPr>
            <a:lvl9pPr algn="l">
              <a:defRPr sz="1200" b="0">
                <a:solidFill>
                  <a:srgbClr val="171827"/>
                </a:solidFill>
                <a:latin typeface="Segoe UI"/>
                <a:ea typeface="Segoe UI"/>
                <a:cs typeface="Segoe UI"/>
              </a:defRPr>
            </a:lvl9pPr>
          </a:lstStyle>
          <a:p xmlns:a="http://schemas.openxmlformats.org/drawingml/2006/main">
            <a:pPr algn="l">
              <a:defRPr sz="1200" b="0">
                <a:solidFill>
                  <a:srgbClr val="171827"/>
                </a:solidFill>
                <a:latin typeface="Segoe UI"/>
                <a:ea typeface="Segoe UI"/>
                <a:cs typeface="Segoe UI"/>
              </a:defRPr>
            </a:pPr>
            <a:r>
              <a:rPr sz="1200" b="0">
                <a:solidFill>
                  <a:srgbClr val="171827"/>
                </a:solidFill>
                <a:latin typeface="Segoe UI"/>
                <a:ea typeface="Segoe UI"/>
                <a:cs typeface="Segoe UI"/>
              </a:rPr>
              <a:t>Dry-run has no side effects</a:t>
            </a:r>
          </a:p>
        </p:txBody>
      </p:sp>
      <p:sp>
        <p:nvSpPr>
          <p:cNvPr id="21" name="">
            <a:extLst xmlns:a="http://schemas.openxmlformats.org/drawingml/2006/main">
              <a:ext uri="{FF2B5EF4-FFF2-40B4-BE49-F238E27FC236}">
                <a16:creationId xmlns:a16="http://schemas.microsoft.com/office/drawing/2014/main" id="{5CC1272C-F7A6-4501-A709-6F6258316E3B}"/>
              </a:ext>
            </a:extLst>
          </p:cNvPr>
          <p:cNvSpPr>
            <a:spLocks xmlns:a="http://schemas.openxmlformats.org/drawingml/2006/main" noGrp="1"/>
          </p:cNvSpPr>
          <p:nvPr/>
        </p:nvSpPr>
        <p:spPr>
          <a:xfrm xmlns:a="http://schemas.openxmlformats.org/drawingml/2006/main">
            <a:off x="7905750" y="36766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PASS / FAIL / NOT TESTED</a:t>
            </a:r>
          </a:p>
        </p:txBody>
      </p:sp>
      <p:sp>
        <p:nvSpPr>
          <p:cNvPr id="22" name="">
            <a:extLst xmlns:a="http://schemas.openxmlformats.org/drawingml/2006/main">
              <a:ext uri="{FF2B5EF4-FFF2-40B4-BE49-F238E27FC236}">
                <a16:creationId xmlns:a16="http://schemas.microsoft.com/office/drawing/2014/main" id="{053F587D-583F-4E69-BC8B-8582A42434A2}"/>
              </a:ext>
            </a:extLst>
          </p:cNvPr>
          <p:cNvSpPr>
            <a:spLocks xmlns:a="http://schemas.openxmlformats.org/drawingml/2006/main" noGrp="1"/>
          </p:cNvSpPr>
          <p:nvPr/>
        </p:nvSpPr>
        <p:spPr>
          <a:xfrm xmlns:a="http://schemas.openxmlformats.org/drawingml/2006/main">
            <a:off x="781050" y="4029075"/>
            <a:ext cx="1038225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5C6584E-07CB-422F-8F03-62C614DFECEF}"/>
              </a:ext>
            </a:extLst>
          </p:cNvPr>
          <p:cNvSpPr>
            <a:spLocks xmlns:a="http://schemas.openxmlformats.org/drawingml/2006/main" noGrp="1"/>
          </p:cNvSpPr>
          <p:nvPr/>
        </p:nvSpPr>
        <p:spPr>
          <a:xfrm xmlns:a="http://schemas.openxmlformats.org/drawingml/2006/main">
            <a:off x="781050" y="4133850"/>
            <a:ext cx="642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71827"/>
                </a:solidFill>
                <a:latin typeface="Segoe UI"/>
                <a:ea typeface="Segoe UI"/>
                <a:cs typeface="Segoe UI"/>
              </a:defRPr>
            </a:defPPr>
            <a:lvl1pPr algn="l">
              <a:defRPr sz="1200" b="1">
                <a:solidFill>
                  <a:srgbClr val="171827"/>
                </a:solidFill>
                <a:latin typeface="Segoe UI"/>
                <a:ea typeface="Segoe UI"/>
                <a:cs typeface="Segoe UI"/>
              </a:defRPr>
            </a:lvl1pPr>
            <a:lvl2pPr algn="l">
              <a:defRPr sz="1200" b="1">
                <a:solidFill>
                  <a:srgbClr val="171827"/>
                </a:solidFill>
                <a:latin typeface="Segoe UI"/>
                <a:ea typeface="Segoe UI"/>
                <a:cs typeface="Segoe UI"/>
              </a:defRPr>
            </a:lvl2pPr>
            <a:lvl3pPr algn="l">
              <a:defRPr sz="1200" b="1">
                <a:solidFill>
                  <a:srgbClr val="171827"/>
                </a:solidFill>
                <a:latin typeface="Segoe UI"/>
                <a:ea typeface="Segoe UI"/>
                <a:cs typeface="Segoe UI"/>
              </a:defRPr>
            </a:lvl3pPr>
            <a:lvl4pPr algn="l">
              <a:defRPr sz="1200" b="1">
                <a:solidFill>
                  <a:srgbClr val="171827"/>
                </a:solidFill>
                <a:latin typeface="Segoe UI"/>
                <a:ea typeface="Segoe UI"/>
                <a:cs typeface="Segoe UI"/>
              </a:defRPr>
            </a:lvl4pPr>
            <a:lvl5pPr algn="l">
              <a:defRPr sz="1200" b="1">
                <a:solidFill>
                  <a:srgbClr val="171827"/>
                </a:solidFill>
                <a:latin typeface="Segoe UI"/>
                <a:ea typeface="Segoe UI"/>
                <a:cs typeface="Segoe UI"/>
              </a:defRPr>
            </a:lvl5pPr>
            <a:lvl6pPr algn="l">
              <a:defRPr sz="1200" b="1">
                <a:solidFill>
                  <a:srgbClr val="171827"/>
                </a:solidFill>
                <a:latin typeface="Segoe UI"/>
                <a:ea typeface="Segoe UI"/>
                <a:cs typeface="Segoe UI"/>
              </a:defRPr>
            </a:lvl6pPr>
            <a:lvl7pPr algn="l">
              <a:defRPr sz="1200" b="1">
                <a:solidFill>
                  <a:srgbClr val="171827"/>
                </a:solidFill>
                <a:latin typeface="Segoe UI"/>
                <a:ea typeface="Segoe UI"/>
                <a:cs typeface="Segoe UI"/>
              </a:defRPr>
            </a:lvl7pPr>
            <a:lvl8pPr algn="l">
              <a:defRPr sz="1200" b="1">
                <a:solidFill>
                  <a:srgbClr val="171827"/>
                </a:solidFill>
                <a:latin typeface="Segoe UI"/>
                <a:ea typeface="Segoe UI"/>
                <a:cs typeface="Segoe UI"/>
              </a:defRPr>
            </a:lvl8pPr>
            <a:lvl9pPr algn="l">
              <a:defRPr sz="1200" b="1">
                <a:solidFill>
                  <a:srgbClr val="171827"/>
                </a:solidFill>
                <a:latin typeface="Segoe UI"/>
                <a:ea typeface="Segoe UI"/>
                <a:cs typeface="Segoe UI"/>
              </a:defRPr>
            </a:lvl9pPr>
          </a:lstStyle>
          <a:p xmlns:a="http://schemas.openxmlformats.org/drawingml/2006/main">
            <a:pPr algn="l">
              <a:defRPr sz="1200" b="1">
                <a:solidFill>
                  <a:srgbClr val="171827"/>
                </a:solidFill>
                <a:latin typeface="Segoe UI"/>
                <a:ea typeface="Segoe UI"/>
                <a:cs typeface="Segoe UI"/>
              </a:defRPr>
            </a:pPr>
            <a:r>
              <a:rPr sz="1200" b="1">
                <a:solidFill>
                  <a:srgbClr val="171827"/>
                </a:solidFill>
                <a:latin typeface="Segoe UI"/>
                <a:ea typeface="Segoe UI"/>
                <a:cs typeface="Segoe UI"/>
              </a:rPr>
              <a:t>Publish, enable, sample event</a:t>
            </a:r>
          </a:p>
        </p:txBody>
      </p:sp>
      <p:sp>
        <p:nvSpPr>
          <p:cNvPr id="24" name="">
            <a:extLst xmlns:a="http://schemas.openxmlformats.org/drawingml/2006/main">
              <a:ext uri="{FF2B5EF4-FFF2-40B4-BE49-F238E27FC236}">
                <a16:creationId xmlns:a16="http://schemas.microsoft.com/office/drawing/2014/main" id="{A06762AA-DB13-473E-9DDA-35B94FDB2D02}"/>
              </a:ext>
            </a:extLst>
          </p:cNvPr>
          <p:cNvSpPr>
            <a:spLocks xmlns:a="http://schemas.openxmlformats.org/drawingml/2006/main" noGrp="1"/>
          </p:cNvSpPr>
          <p:nvPr/>
        </p:nvSpPr>
        <p:spPr>
          <a:xfrm xmlns:a="http://schemas.openxmlformats.org/drawingml/2006/main">
            <a:off x="7905750" y="41338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PASS / FAIL / NOT TESTED</a:t>
            </a:r>
          </a:p>
        </p:txBody>
      </p:sp>
      <p:sp>
        <p:nvSpPr>
          <p:cNvPr id="25" name="">
            <a:extLst xmlns:a="http://schemas.openxmlformats.org/drawingml/2006/main">
              <a:ext uri="{FF2B5EF4-FFF2-40B4-BE49-F238E27FC236}">
                <a16:creationId xmlns:a16="http://schemas.microsoft.com/office/drawing/2014/main" id="{7BE1F3EF-B855-4D39-A59D-6136D876FD8E}"/>
              </a:ext>
            </a:extLst>
          </p:cNvPr>
          <p:cNvSpPr>
            <a:spLocks xmlns:a="http://schemas.openxmlformats.org/drawingml/2006/main" noGrp="1"/>
          </p:cNvSpPr>
          <p:nvPr/>
        </p:nvSpPr>
        <p:spPr>
          <a:xfrm xmlns:a="http://schemas.openxmlformats.org/drawingml/2006/main">
            <a:off x="781050" y="4486275"/>
            <a:ext cx="1038225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4C31046-0A27-4849-943C-198F128FA2B4}"/>
              </a:ext>
            </a:extLst>
          </p:cNvPr>
          <p:cNvSpPr>
            <a:spLocks xmlns:a="http://schemas.openxmlformats.org/drawingml/2006/main" noGrp="1"/>
          </p:cNvSpPr>
          <p:nvPr/>
        </p:nvSpPr>
        <p:spPr>
          <a:xfrm xmlns:a="http://schemas.openxmlformats.org/drawingml/2006/main">
            <a:off x="781050" y="4591050"/>
            <a:ext cx="642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71827"/>
                </a:solidFill>
                <a:latin typeface="Segoe UI"/>
                <a:ea typeface="Segoe UI"/>
                <a:cs typeface="Segoe UI"/>
              </a:defRPr>
            </a:defPPr>
            <a:lvl1pPr algn="l">
              <a:defRPr sz="1200" b="0">
                <a:solidFill>
                  <a:srgbClr val="171827"/>
                </a:solidFill>
                <a:latin typeface="Segoe UI"/>
                <a:ea typeface="Segoe UI"/>
                <a:cs typeface="Segoe UI"/>
              </a:defRPr>
            </a:lvl1pPr>
            <a:lvl2pPr algn="l">
              <a:defRPr sz="1200" b="0">
                <a:solidFill>
                  <a:srgbClr val="171827"/>
                </a:solidFill>
                <a:latin typeface="Segoe UI"/>
                <a:ea typeface="Segoe UI"/>
                <a:cs typeface="Segoe UI"/>
              </a:defRPr>
            </a:lvl2pPr>
            <a:lvl3pPr algn="l">
              <a:defRPr sz="1200" b="0">
                <a:solidFill>
                  <a:srgbClr val="171827"/>
                </a:solidFill>
                <a:latin typeface="Segoe UI"/>
                <a:ea typeface="Segoe UI"/>
                <a:cs typeface="Segoe UI"/>
              </a:defRPr>
            </a:lvl3pPr>
            <a:lvl4pPr algn="l">
              <a:defRPr sz="1200" b="0">
                <a:solidFill>
                  <a:srgbClr val="171827"/>
                </a:solidFill>
                <a:latin typeface="Segoe UI"/>
                <a:ea typeface="Segoe UI"/>
                <a:cs typeface="Segoe UI"/>
              </a:defRPr>
            </a:lvl4pPr>
            <a:lvl5pPr algn="l">
              <a:defRPr sz="1200" b="0">
                <a:solidFill>
                  <a:srgbClr val="171827"/>
                </a:solidFill>
                <a:latin typeface="Segoe UI"/>
                <a:ea typeface="Segoe UI"/>
                <a:cs typeface="Segoe UI"/>
              </a:defRPr>
            </a:lvl5pPr>
            <a:lvl6pPr algn="l">
              <a:defRPr sz="1200" b="0">
                <a:solidFill>
                  <a:srgbClr val="171827"/>
                </a:solidFill>
                <a:latin typeface="Segoe UI"/>
                <a:ea typeface="Segoe UI"/>
                <a:cs typeface="Segoe UI"/>
              </a:defRPr>
            </a:lvl6pPr>
            <a:lvl7pPr algn="l">
              <a:defRPr sz="1200" b="0">
                <a:solidFill>
                  <a:srgbClr val="171827"/>
                </a:solidFill>
                <a:latin typeface="Segoe UI"/>
                <a:ea typeface="Segoe UI"/>
                <a:cs typeface="Segoe UI"/>
              </a:defRPr>
            </a:lvl7pPr>
            <a:lvl8pPr algn="l">
              <a:defRPr sz="1200" b="0">
                <a:solidFill>
                  <a:srgbClr val="171827"/>
                </a:solidFill>
                <a:latin typeface="Segoe UI"/>
                <a:ea typeface="Segoe UI"/>
                <a:cs typeface="Segoe UI"/>
              </a:defRPr>
            </a:lvl8pPr>
            <a:lvl9pPr algn="l">
              <a:defRPr sz="1200" b="0">
                <a:solidFill>
                  <a:srgbClr val="171827"/>
                </a:solidFill>
                <a:latin typeface="Segoe UI"/>
                <a:ea typeface="Segoe UI"/>
                <a:cs typeface="Segoe UI"/>
              </a:defRPr>
            </a:lvl9pPr>
          </a:lstStyle>
          <a:p xmlns:a="http://schemas.openxmlformats.org/drawingml/2006/main">
            <a:pPr algn="l">
              <a:defRPr sz="1200" b="0">
                <a:solidFill>
                  <a:srgbClr val="171827"/>
                </a:solidFill>
                <a:latin typeface="Segoe UI"/>
                <a:ea typeface="Segoe UI"/>
                <a:cs typeface="Segoe UI"/>
              </a:defRPr>
            </a:pPr>
            <a:r>
              <a:rPr sz="1200" b="0">
                <a:solidFill>
                  <a:srgbClr val="171827"/>
                </a:solidFill>
                <a:latin typeface="Segoe UI"/>
                <a:ea typeface="Segoe UI"/>
                <a:cs typeface="Segoe UI"/>
              </a:rPr>
              <a:t>Run history + details</a:t>
            </a:r>
          </a:p>
        </p:txBody>
      </p:sp>
      <p:sp>
        <p:nvSpPr>
          <p:cNvPr id="27" name="">
            <a:extLst xmlns:a="http://schemas.openxmlformats.org/drawingml/2006/main">
              <a:ext uri="{FF2B5EF4-FFF2-40B4-BE49-F238E27FC236}">
                <a16:creationId xmlns:a16="http://schemas.microsoft.com/office/drawing/2014/main" id="{8CE1339A-386B-4C0B-951D-92A99EC02ABA}"/>
              </a:ext>
            </a:extLst>
          </p:cNvPr>
          <p:cNvSpPr>
            <a:spLocks xmlns:a="http://schemas.openxmlformats.org/drawingml/2006/main" noGrp="1"/>
          </p:cNvSpPr>
          <p:nvPr/>
        </p:nvSpPr>
        <p:spPr>
          <a:xfrm xmlns:a="http://schemas.openxmlformats.org/drawingml/2006/main">
            <a:off x="7905750" y="45910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PASS / FAIL / NOT TESTED</a:t>
            </a:r>
          </a:p>
        </p:txBody>
      </p:sp>
      <p:sp>
        <p:nvSpPr>
          <p:cNvPr id="28" name="">
            <a:extLst xmlns:a="http://schemas.openxmlformats.org/drawingml/2006/main">
              <a:ext uri="{FF2B5EF4-FFF2-40B4-BE49-F238E27FC236}">
                <a16:creationId xmlns:a16="http://schemas.microsoft.com/office/drawing/2014/main" id="{F203027D-FAD4-4B4D-A427-49F25ECEA056}"/>
              </a:ext>
            </a:extLst>
          </p:cNvPr>
          <p:cNvSpPr>
            <a:spLocks xmlns:a="http://schemas.openxmlformats.org/drawingml/2006/main" noGrp="1"/>
          </p:cNvSpPr>
          <p:nvPr/>
        </p:nvSpPr>
        <p:spPr>
          <a:xfrm xmlns:a="http://schemas.openxmlformats.org/drawingml/2006/main">
            <a:off x="781050" y="4943475"/>
            <a:ext cx="1038225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38E9F6C-5F7E-4BA3-89B1-53B2E427FC3F}"/>
              </a:ext>
            </a:extLst>
          </p:cNvPr>
          <p:cNvSpPr>
            <a:spLocks xmlns:a="http://schemas.openxmlformats.org/drawingml/2006/main" noGrp="1"/>
          </p:cNvSpPr>
          <p:nvPr/>
        </p:nvSpPr>
        <p:spPr>
          <a:xfrm xmlns:a="http://schemas.openxmlformats.org/drawingml/2006/main">
            <a:off x="781050" y="5048250"/>
            <a:ext cx="642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71827"/>
                </a:solidFill>
                <a:latin typeface="Segoe UI"/>
                <a:ea typeface="Segoe UI"/>
                <a:cs typeface="Segoe UI"/>
              </a:defRPr>
            </a:defPPr>
            <a:lvl1pPr algn="l">
              <a:defRPr sz="1200" b="0">
                <a:solidFill>
                  <a:srgbClr val="171827"/>
                </a:solidFill>
                <a:latin typeface="Segoe UI"/>
                <a:ea typeface="Segoe UI"/>
                <a:cs typeface="Segoe UI"/>
              </a:defRPr>
            </a:lvl1pPr>
            <a:lvl2pPr algn="l">
              <a:defRPr sz="1200" b="0">
                <a:solidFill>
                  <a:srgbClr val="171827"/>
                </a:solidFill>
                <a:latin typeface="Segoe UI"/>
                <a:ea typeface="Segoe UI"/>
                <a:cs typeface="Segoe UI"/>
              </a:defRPr>
            </a:lvl2pPr>
            <a:lvl3pPr algn="l">
              <a:defRPr sz="1200" b="0">
                <a:solidFill>
                  <a:srgbClr val="171827"/>
                </a:solidFill>
                <a:latin typeface="Segoe UI"/>
                <a:ea typeface="Segoe UI"/>
                <a:cs typeface="Segoe UI"/>
              </a:defRPr>
            </a:lvl3pPr>
            <a:lvl4pPr algn="l">
              <a:defRPr sz="1200" b="0">
                <a:solidFill>
                  <a:srgbClr val="171827"/>
                </a:solidFill>
                <a:latin typeface="Segoe UI"/>
                <a:ea typeface="Segoe UI"/>
                <a:cs typeface="Segoe UI"/>
              </a:defRPr>
            </a:lvl4pPr>
            <a:lvl5pPr algn="l">
              <a:defRPr sz="1200" b="0">
                <a:solidFill>
                  <a:srgbClr val="171827"/>
                </a:solidFill>
                <a:latin typeface="Segoe UI"/>
                <a:ea typeface="Segoe UI"/>
                <a:cs typeface="Segoe UI"/>
              </a:defRPr>
            </a:lvl5pPr>
            <a:lvl6pPr algn="l">
              <a:defRPr sz="1200" b="0">
                <a:solidFill>
                  <a:srgbClr val="171827"/>
                </a:solidFill>
                <a:latin typeface="Segoe UI"/>
                <a:ea typeface="Segoe UI"/>
                <a:cs typeface="Segoe UI"/>
              </a:defRPr>
            </a:lvl6pPr>
            <a:lvl7pPr algn="l">
              <a:defRPr sz="1200" b="0">
                <a:solidFill>
                  <a:srgbClr val="171827"/>
                </a:solidFill>
                <a:latin typeface="Segoe UI"/>
                <a:ea typeface="Segoe UI"/>
                <a:cs typeface="Segoe UI"/>
              </a:defRPr>
            </a:lvl7pPr>
            <a:lvl8pPr algn="l">
              <a:defRPr sz="1200" b="0">
                <a:solidFill>
                  <a:srgbClr val="171827"/>
                </a:solidFill>
                <a:latin typeface="Segoe UI"/>
                <a:ea typeface="Segoe UI"/>
                <a:cs typeface="Segoe UI"/>
              </a:defRPr>
            </a:lvl8pPr>
            <a:lvl9pPr algn="l">
              <a:defRPr sz="1200" b="0">
                <a:solidFill>
                  <a:srgbClr val="171827"/>
                </a:solidFill>
                <a:latin typeface="Segoe UI"/>
                <a:ea typeface="Segoe UI"/>
                <a:cs typeface="Segoe UI"/>
              </a:defRPr>
            </a:lvl9pPr>
          </a:lstStyle>
          <a:p xmlns:a="http://schemas.openxmlformats.org/drawingml/2006/main">
            <a:pPr algn="l">
              <a:defRPr sz="1200" b="0">
                <a:solidFill>
                  <a:srgbClr val="171827"/>
                </a:solidFill>
                <a:latin typeface="Segoe UI"/>
                <a:ea typeface="Segoe UI"/>
                <a:cs typeface="Segoe UI"/>
              </a:defRPr>
            </a:pPr>
            <a:r>
              <a:rPr sz="1200" b="0">
                <a:solidFill>
                  <a:srgbClr val="171827"/>
                </a:solidFill>
                <a:latin typeface="Segoe UI"/>
                <a:ea typeface="Segoe UI"/>
                <a:cs typeface="Segoe UI"/>
              </a:rPr>
              <a:t>Schedule due occurrence</a:t>
            </a:r>
          </a:p>
        </p:txBody>
      </p:sp>
      <p:sp>
        <p:nvSpPr>
          <p:cNvPr id="30" name="">
            <a:extLst xmlns:a="http://schemas.openxmlformats.org/drawingml/2006/main">
              <a:ext uri="{FF2B5EF4-FFF2-40B4-BE49-F238E27FC236}">
                <a16:creationId xmlns:a16="http://schemas.microsoft.com/office/drawing/2014/main" id="{9A6C0A17-B312-4BF5-A78B-4AE1C3D2BD60}"/>
              </a:ext>
            </a:extLst>
          </p:cNvPr>
          <p:cNvSpPr>
            <a:spLocks xmlns:a="http://schemas.openxmlformats.org/drawingml/2006/main" noGrp="1"/>
          </p:cNvSpPr>
          <p:nvPr/>
        </p:nvSpPr>
        <p:spPr>
          <a:xfrm xmlns:a="http://schemas.openxmlformats.org/drawingml/2006/main">
            <a:off x="7905750" y="50482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PASS / FAIL / NOT TESTED</a:t>
            </a:r>
          </a:p>
        </p:txBody>
      </p:sp>
      <p:sp>
        <p:nvSpPr>
          <p:cNvPr id="31" name="">
            <a:extLst xmlns:a="http://schemas.openxmlformats.org/drawingml/2006/main">
              <a:ext uri="{FF2B5EF4-FFF2-40B4-BE49-F238E27FC236}">
                <a16:creationId xmlns:a16="http://schemas.microsoft.com/office/drawing/2014/main" id="{DA5E0A83-CCAA-4369-8C40-AF92AF6A5C47}"/>
              </a:ext>
            </a:extLst>
          </p:cNvPr>
          <p:cNvSpPr>
            <a:spLocks xmlns:a="http://schemas.openxmlformats.org/drawingml/2006/main" noGrp="1"/>
          </p:cNvSpPr>
          <p:nvPr/>
        </p:nvSpPr>
        <p:spPr>
          <a:xfrm xmlns:a="http://schemas.openxmlformats.org/drawingml/2006/main">
            <a:off x="781050" y="5400675"/>
            <a:ext cx="1038225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00B5DB2-2E3C-4F4C-8C7B-0BAFAB5389E1}"/>
              </a:ext>
            </a:extLst>
          </p:cNvPr>
          <p:cNvSpPr>
            <a:spLocks xmlns:a="http://schemas.openxmlformats.org/drawingml/2006/main" noGrp="1"/>
          </p:cNvSpPr>
          <p:nvPr/>
        </p:nvSpPr>
        <p:spPr>
          <a:xfrm xmlns:a="http://schemas.openxmlformats.org/drawingml/2006/main">
            <a:off x="781050" y="5505450"/>
            <a:ext cx="642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71827"/>
                </a:solidFill>
                <a:latin typeface="Segoe UI"/>
                <a:ea typeface="Segoe UI"/>
                <a:cs typeface="Segoe UI"/>
              </a:defRPr>
            </a:defPPr>
            <a:lvl1pPr algn="l">
              <a:defRPr sz="1200" b="0">
                <a:solidFill>
                  <a:srgbClr val="171827"/>
                </a:solidFill>
                <a:latin typeface="Segoe UI"/>
                <a:ea typeface="Segoe UI"/>
                <a:cs typeface="Segoe UI"/>
              </a:defRPr>
            </a:lvl1pPr>
            <a:lvl2pPr algn="l">
              <a:defRPr sz="1200" b="0">
                <a:solidFill>
                  <a:srgbClr val="171827"/>
                </a:solidFill>
                <a:latin typeface="Segoe UI"/>
                <a:ea typeface="Segoe UI"/>
                <a:cs typeface="Segoe UI"/>
              </a:defRPr>
            </a:lvl2pPr>
            <a:lvl3pPr algn="l">
              <a:defRPr sz="1200" b="0">
                <a:solidFill>
                  <a:srgbClr val="171827"/>
                </a:solidFill>
                <a:latin typeface="Segoe UI"/>
                <a:ea typeface="Segoe UI"/>
                <a:cs typeface="Segoe UI"/>
              </a:defRPr>
            </a:lvl3pPr>
            <a:lvl4pPr algn="l">
              <a:defRPr sz="1200" b="0">
                <a:solidFill>
                  <a:srgbClr val="171827"/>
                </a:solidFill>
                <a:latin typeface="Segoe UI"/>
                <a:ea typeface="Segoe UI"/>
                <a:cs typeface="Segoe UI"/>
              </a:defRPr>
            </a:lvl4pPr>
            <a:lvl5pPr algn="l">
              <a:defRPr sz="1200" b="0">
                <a:solidFill>
                  <a:srgbClr val="171827"/>
                </a:solidFill>
                <a:latin typeface="Segoe UI"/>
                <a:ea typeface="Segoe UI"/>
                <a:cs typeface="Segoe UI"/>
              </a:defRPr>
            </a:lvl5pPr>
            <a:lvl6pPr algn="l">
              <a:defRPr sz="1200" b="0">
                <a:solidFill>
                  <a:srgbClr val="171827"/>
                </a:solidFill>
                <a:latin typeface="Segoe UI"/>
                <a:ea typeface="Segoe UI"/>
                <a:cs typeface="Segoe UI"/>
              </a:defRPr>
            </a:lvl6pPr>
            <a:lvl7pPr algn="l">
              <a:defRPr sz="1200" b="0">
                <a:solidFill>
                  <a:srgbClr val="171827"/>
                </a:solidFill>
                <a:latin typeface="Segoe UI"/>
                <a:ea typeface="Segoe UI"/>
                <a:cs typeface="Segoe UI"/>
              </a:defRPr>
            </a:lvl7pPr>
            <a:lvl8pPr algn="l">
              <a:defRPr sz="1200" b="0">
                <a:solidFill>
                  <a:srgbClr val="171827"/>
                </a:solidFill>
                <a:latin typeface="Segoe UI"/>
                <a:ea typeface="Segoe UI"/>
                <a:cs typeface="Segoe UI"/>
              </a:defRPr>
            </a:lvl8pPr>
            <a:lvl9pPr algn="l">
              <a:defRPr sz="1200" b="0">
                <a:solidFill>
                  <a:srgbClr val="171827"/>
                </a:solidFill>
                <a:latin typeface="Segoe UI"/>
                <a:ea typeface="Segoe UI"/>
                <a:cs typeface="Segoe UI"/>
              </a:defRPr>
            </a:lvl9pPr>
          </a:lstStyle>
          <a:p xmlns:a="http://schemas.openxmlformats.org/drawingml/2006/main">
            <a:pPr algn="l">
              <a:defRPr sz="1200" b="0">
                <a:solidFill>
                  <a:srgbClr val="171827"/>
                </a:solidFill>
                <a:latin typeface="Segoe UI"/>
                <a:ea typeface="Segoe UI"/>
                <a:cs typeface="Segoe UI"/>
              </a:defRPr>
            </a:pPr>
            <a:r>
              <a:rPr sz="1200" b="0">
                <a:solidFill>
                  <a:srgbClr val="171827"/>
                </a:solidFill>
                <a:latin typeface="Segoe UI"/>
                <a:ea typeface="Segoe UI"/>
                <a:cs typeface="Segoe UI"/>
              </a:rPr>
              <a:t>Ops + retry/replay if eligible</a:t>
            </a:r>
          </a:p>
        </p:txBody>
      </p:sp>
      <p:sp>
        <p:nvSpPr>
          <p:cNvPr id="33" name="">
            <a:extLst xmlns:a="http://schemas.openxmlformats.org/drawingml/2006/main">
              <a:ext uri="{FF2B5EF4-FFF2-40B4-BE49-F238E27FC236}">
                <a16:creationId xmlns:a16="http://schemas.microsoft.com/office/drawing/2014/main" id="{BD991CDC-3DA3-49D0-8EF5-03C2A01CC4C9}"/>
              </a:ext>
            </a:extLst>
          </p:cNvPr>
          <p:cNvSpPr>
            <a:spLocks xmlns:a="http://schemas.openxmlformats.org/drawingml/2006/main" noGrp="1"/>
          </p:cNvSpPr>
          <p:nvPr/>
        </p:nvSpPr>
        <p:spPr>
          <a:xfrm xmlns:a="http://schemas.openxmlformats.org/drawingml/2006/main">
            <a:off x="7905750" y="55054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4677C"/>
                </a:solidFill>
                <a:latin typeface="Segoe UI"/>
                <a:ea typeface="Segoe UI"/>
                <a:cs typeface="Segoe UI"/>
              </a:defRPr>
            </a:defPPr>
            <a:lvl1pPr algn="l">
              <a:defRPr sz="1050" b="0">
                <a:solidFill>
                  <a:srgbClr val="64677C"/>
                </a:solidFill>
                <a:latin typeface="Segoe UI"/>
                <a:ea typeface="Segoe UI"/>
                <a:cs typeface="Segoe UI"/>
              </a:defRPr>
            </a:lvl1pPr>
            <a:lvl2pPr algn="l">
              <a:defRPr sz="1050" b="0">
                <a:solidFill>
                  <a:srgbClr val="64677C"/>
                </a:solidFill>
                <a:latin typeface="Segoe UI"/>
                <a:ea typeface="Segoe UI"/>
                <a:cs typeface="Segoe UI"/>
              </a:defRPr>
            </a:lvl2pPr>
            <a:lvl3pPr algn="l">
              <a:defRPr sz="1050" b="0">
                <a:solidFill>
                  <a:srgbClr val="64677C"/>
                </a:solidFill>
                <a:latin typeface="Segoe UI"/>
                <a:ea typeface="Segoe UI"/>
                <a:cs typeface="Segoe UI"/>
              </a:defRPr>
            </a:lvl3pPr>
            <a:lvl4pPr algn="l">
              <a:defRPr sz="1050" b="0">
                <a:solidFill>
                  <a:srgbClr val="64677C"/>
                </a:solidFill>
                <a:latin typeface="Segoe UI"/>
                <a:ea typeface="Segoe UI"/>
                <a:cs typeface="Segoe UI"/>
              </a:defRPr>
            </a:lvl4pPr>
            <a:lvl5pPr algn="l">
              <a:defRPr sz="1050" b="0">
                <a:solidFill>
                  <a:srgbClr val="64677C"/>
                </a:solidFill>
                <a:latin typeface="Segoe UI"/>
                <a:ea typeface="Segoe UI"/>
                <a:cs typeface="Segoe UI"/>
              </a:defRPr>
            </a:lvl5pPr>
            <a:lvl6pPr algn="l">
              <a:defRPr sz="1050" b="0">
                <a:solidFill>
                  <a:srgbClr val="64677C"/>
                </a:solidFill>
                <a:latin typeface="Segoe UI"/>
                <a:ea typeface="Segoe UI"/>
                <a:cs typeface="Segoe UI"/>
              </a:defRPr>
            </a:lvl6pPr>
            <a:lvl7pPr algn="l">
              <a:defRPr sz="1050" b="0">
                <a:solidFill>
                  <a:srgbClr val="64677C"/>
                </a:solidFill>
                <a:latin typeface="Segoe UI"/>
                <a:ea typeface="Segoe UI"/>
                <a:cs typeface="Segoe UI"/>
              </a:defRPr>
            </a:lvl7pPr>
            <a:lvl8pPr algn="l">
              <a:defRPr sz="1050" b="0">
                <a:solidFill>
                  <a:srgbClr val="64677C"/>
                </a:solidFill>
                <a:latin typeface="Segoe UI"/>
                <a:ea typeface="Segoe UI"/>
                <a:cs typeface="Segoe UI"/>
              </a:defRPr>
            </a:lvl8pPr>
            <a:lvl9pPr algn="l">
              <a:defRPr sz="1050" b="0">
                <a:solidFill>
                  <a:srgbClr val="64677C"/>
                </a:solidFill>
                <a:latin typeface="Segoe UI"/>
                <a:ea typeface="Segoe UI"/>
                <a:cs typeface="Segoe UI"/>
              </a:defRPr>
            </a:lvl9pPr>
          </a:lstStyle>
          <a:p xmlns:a="http://schemas.openxmlformats.org/drawingml/2006/main">
            <a:pPr algn="l">
              <a:defRPr sz="1050" b="0">
                <a:solidFill>
                  <a:srgbClr val="64677C"/>
                </a:solidFill>
                <a:latin typeface="Segoe UI"/>
                <a:ea typeface="Segoe UI"/>
                <a:cs typeface="Segoe UI"/>
              </a:defRPr>
            </a:pPr>
            <a:r>
              <a:rPr sz="1050" b="0">
                <a:solidFill>
                  <a:srgbClr val="64677C"/>
                </a:solidFill>
                <a:latin typeface="Segoe UI"/>
                <a:ea typeface="Segoe UI"/>
                <a:cs typeface="Segoe UI"/>
              </a:rPr>
              <a:t>PASS / FAIL / NOT TESTED</a:t>
            </a:r>
          </a:p>
        </p:txBody>
      </p:sp>
      <p:sp>
        <p:nvSpPr>
          <p:cNvPr id="34" name="">
            <a:extLst xmlns:a="http://schemas.openxmlformats.org/drawingml/2006/main">
              <a:ext uri="{FF2B5EF4-FFF2-40B4-BE49-F238E27FC236}">
                <a16:creationId xmlns:a16="http://schemas.microsoft.com/office/drawing/2014/main" id="{93355D29-F4D9-43C1-84D9-0627433D7DFC}"/>
              </a:ext>
            </a:extLst>
          </p:cNvPr>
          <p:cNvSpPr>
            <a:spLocks xmlns:a="http://schemas.openxmlformats.org/drawingml/2006/main" noGrp="1"/>
          </p:cNvSpPr>
          <p:nvPr/>
        </p:nvSpPr>
        <p:spPr>
          <a:xfrm xmlns:a="http://schemas.openxmlformats.org/drawingml/2006/main">
            <a:off x="781050" y="6115050"/>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55DEB"/>
                </a:solidFill>
                <a:latin typeface="Segoe UI"/>
                <a:ea typeface="Segoe UI"/>
                <a:cs typeface="Segoe UI"/>
              </a:defRPr>
            </a:defPPr>
            <a:lvl1pPr algn="l">
              <a:defRPr sz="975" b="1">
                <a:solidFill>
                  <a:srgbClr val="655DEB"/>
                </a:solidFill>
                <a:latin typeface="Segoe UI"/>
                <a:ea typeface="Segoe UI"/>
                <a:cs typeface="Segoe UI"/>
              </a:defRPr>
            </a:lvl1pPr>
            <a:lvl2pPr algn="l">
              <a:defRPr sz="975" b="1">
                <a:solidFill>
                  <a:srgbClr val="655DEB"/>
                </a:solidFill>
                <a:latin typeface="Segoe UI"/>
                <a:ea typeface="Segoe UI"/>
                <a:cs typeface="Segoe UI"/>
              </a:defRPr>
            </a:lvl2pPr>
            <a:lvl3pPr algn="l">
              <a:defRPr sz="975" b="1">
                <a:solidFill>
                  <a:srgbClr val="655DEB"/>
                </a:solidFill>
                <a:latin typeface="Segoe UI"/>
                <a:ea typeface="Segoe UI"/>
                <a:cs typeface="Segoe UI"/>
              </a:defRPr>
            </a:lvl3pPr>
            <a:lvl4pPr algn="l">
              <a:defRPr sz="975" b="1">
                <a:solidFill>
                  <a:srgbClr val="655DEB"/>
                </a:solidFill>
                <a:latin typeface="Segoe UI"/>
                <a:ea typeface="Segoe UI"/>
                <a:cs typeface="Segoe UI"/>
              </a:defRPr>
            </a:lvl4pPr>
            <a:lvl5pPr algn="l">
              <a:defRPr sz="975" b="1">
                <a:solidFill>
                  <a:srgbClr val="655DEB"/>
                </a:solidFill>
                <a:latin typeface="Segoe UI"/>
                <a:ea typeface="Segoe UI"/>
                <a:cs typeface="Segoe UI"/>
              </a:defRPr>
            </a:lvl5pPr>
            <a:lvl6pPr algn="l">
              <a:defRPr sz="975" b="1">
                <a:solidFill>
                  <a:srgbClr val="655DEB"/>
                </a:solidFill>
                <a:latin typeface="Segoe UI"/>
                <a:ea typeface="Segoe UI"/>
                <a:cs typeface="Segoe UI"/>
              </a:defRPr>
            </a:lvl6pPr>
            <a:lvl7pPr algn="l">
              <a:defRPr sz="975" b="1">
                <a:solidFill>
                  <a:srgbClr val="655DEB"/>
                </a:solidFill>
                <a:latin typeface="Segoe UI"/>
                <a:ea typeface="Segoe UI"/>
                <a:cs typeface="Segoe UI"/>
              </a:defRPr>
            </a:lvl7pPr>
            <a:lvl8pPr algn="l">
              <a:defRPr sz="975" b="1">
                <a:solidFill>
                  <a:srgbClr val="655DEB"/>
                </a:solidFill>
                <a:latin typeface="Segoe UI"/>
                <a:ea typeface="Segoe UI"/>
                <a:cs typeface="Segoe UI"/>
              </a:defRPr>
            </a:lvl8pPr>
            <a:lvl9pPr algn="l">
              <a:defRPr sz="975" b="1">
                <a:solidFill>
                  <a:srgbClr val="655DEB"/>
                </a:solidFill>
                <a:latin typeface="Segoe UI"/>
                <a:ea typeface="Segoe UI"/>
                <a:cs typeface="Segoe UI"/>
              </a:defRPr>
            </a:lvl9pPr>
          </a:lstStyle>
          <a:p xmlns:a="http://schemas.openxmlformats.org/drawingml/2006/main">
            <a:pPr algn="l">
              <a:defRPr sz="975" b="1">
                <a:solidFill>
                  <a:srgbClr val="655DEB"/>
                </a:solidFill>
                <a:latin typeface="Segoe UI"/>
                <a:ea typeface="Segoe UI"/>
                <a:cs typeface="Segoe UI"/>
              </a:defRPr>
            </a:pPr>
            <a:r>
              <a:rPr sz="975" b="1">
                <a:solidFill>
                  <a:srgbClr val="655DEB"/>
                </a:solidFill>
                <a:latin typeface="Segoe UI"/>
                <a:ea typeface="Segoe UI"/>
                <a:cs typeface="Segoe UI"/>
              </a:rPr>
              <a:t>Evidence to save: automation ID · run ID · status · timestamp · screenshot</a:t>
            </a:r>
          </a:p>
        </p:txBody>
      </p:sp>
    </p:spTree>
    <p:extLst>
      <p:ext uri="{BB962C8B-B14F-4D97-AF65-F5344CB8AC3E}">
        <p14:creationId xmlns:p14="http://schemas.microsoft.com/office/powerpoint/2010/main" val="1931802392"/>
      </p:ext>
    </p:extLst>
  </p:cSld>
</p:sld>
</file>

<file path=ppt/slides/slide12.xml><?xml version="1.0" encoding="utf-8"?>
<p:sld xmlns:p="http://schemas.openxmlformats.org/presentationml/2006/main">
  <p:cSld>
    <p:bg>
      <p:bgPr>
        <a:solidFill xmlns:a="http://schemas.openxmlformats.org/drawingml/2006/main">
          <a:srgbClr val="F6F7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94B742-3DAC-4B49-BCC9-69888FCFCF5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655D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867166-7787-4801-9C98-E1527EE33DCF}"/>
              </a:ext>
            </a:extLst>
          </p:cNvPr>
          <p:cNvSpPr>
            <a:spLocks xmlns:a="http://schemas.openxmlformats.org/drawingml/2006/main" noGrp="1"/>
          </p:cNvSpPr>
          <p:nvPr/>
        </p:nvSpPr>
        <p:spPr>
          <a:xfrm xmlns:a="http://schemas.openxmlformats.org/drawingml/2006/main">
            <a:off x="666750" y="361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55DEB"/>
                </a:solidFill>
                <a:latin typeface="Segoe UI"/>
                <a:ea typeface="Segoe UI"/>
                <a:cs typeface="Segoe UI"/>
              </a:defRPr>
            </a:defPPr>
            <a:lvl1pPr algn="l">
              <a:defRPr sz="900" b="1">
                <a:solidFill>
                  <a:srgbClr val="655DEB"/>
                </a:solidFill>
                <a:latin typeface="Segoe UI"/>
                <a:ea typeface="Segoe UI"/>
                <a:cs typeface="Segoe UI"/>
              </a:defRPr>
            </a:lvl1pPr>
            <a:lvl2pPr algn="l">
              <a:defRPr sz="900" b="1">
                <a:solidFill>
                  <a:srgbClr val="655DEB"/>
                </a:solidFill>
                <a:latin typeface="Segoe UI"/>
                <a:ea typeface="Segoe UI"/>
                <a:cs typeface="Segoe UI"/>
              </a:defRPr>
            </a:lvl2pPr>
            <a:lvl3pPr algn="l">
              <a:defRPr sz="900" b="1">
                <a:solidFill>
                  <a:srgbClr val="655DEB"/>
                </a:solidFill>
                <a:latin typeface="Segoe UI"/>
                <a:ea typeface="Segoe UI"/>
                <a:cs typeface="Segoe UI"/>
              </a:defRPr>
            </a:lvl3pPr>
            <a:lvl4pPr algn="l">
              <a:defRPr sz="900" b="1">
                <a:solidFill>
                  <a:srgbClr val="655DEB"/>
                </a:solidFill>
                <a:latin typeface="Segoe UI"/>
                <a:ea typeface="Segoe UI"/>
                <a:cs typeface="Segoe UI"/>
              </a:defRPr>
            </a:lvl4pPr>
            <a:lvl5pPr algn="l">
              <a:defRPr sz="900" b="1">
                <a:solidFill>
                  <a:srgbClr val="655DEB"/>
                </a:solidFill>
                <a:latin typeface="Segoe UI"/>
                <a:ea typeface="Segoe UI"/>
                <a:cs typeface="Segoe UI"/>
              </a:defRPr>
            </a:lvl5pPr>
            <a:lvl6pPr algn="l">
              <a:defRPr sz="900" b="1">
                <a:solidFill>
                  <a:srgbClr val="655DEB"/>
                </a:solidFill>
                <a:latin typeface="Segoe UI"/>
                <a:ea typeface="Segoe UI"/>
                <a:cs typeface="Segoe UI"/>
              </a:defRPr>
            </a:lvl6pPr>
            <a:lvl7pPr algn="l">
              <a:defRPr sz="900" b="1">
                <a:solidFill>
                  <a:srgbClr val="655DEB"/>
                </a:solidFill>
                <a:latin typeface="Segoe UI"/>
                <a:ea typeface="Segoe UI"/>
                <a:cs typeface="Segoe UI"/>
              </a:defRPr>
            </a:lvl7pPr>
            <a:lvl8pPr algn="l">
              <a:defRPr sz="900" b="1">
                <a:solidFill>
                  <a:srgbClr val="655DEB"/>
                </a:solidFill>
                <a:latin typeface="Segoe UI"/>
                <a:ea typeface="Segoe UI"/>
                <a:cs typeface="Segoe UI"/>
              </a:defRPr>
            </a:lvl8pPr>
            <a:lvl9pPr algn="l">
              <a:defRPr sz="900" b="1">
                <a:solidFill>
                  <a:srgbClr val="655DEB"/>
                </a:solidFill>
                <a:latin typeface="Segoe UI"/>
                <a:ea typeface="Segoe UI"/>
                <a:cs typeface="Segoe UI"/>
              </a:defRPr>
            </a:lvl9pPr>
          </a:lstStyle>
          <a:p xmlns:a="http://schemas.openxmlformats.org/drawingml/2006/main">
            <a:pPr algn="l">
              <a:defRPr sz="900" b="1">
                <a:solidFill>
                  <a:srgbClr val="655DEB"/>
                </a:solidFill>
                <a:latin typeface="Segoe UI"/>
                <a:ea typeface="Segoe UI"/>
                <a:cs typeface="Segoe UI"/>
              </a:defRPr>
            </a:pPr>
            <a:r>
              <a:rPr sz="900" b="1">
                <a:solidFill>
                  <a:srgbClr val="655DEB"/>
                </a:solidFill>
                <a:latin typeface="Segoe UI"/>
                <a:ea typeface="Segoe UI"/>
                <a:cs typeface="Segoe UI"/>
              </a:rPr>
              <a:t>TEAM LEAD WALKTHROUGH</a:t>
            </a:r>
          </a:p>
        </p:txBody>
      </p:sp>
      <p:sp>
        <p:nvSpPr>
          <p:cNvPr id="3" name="">
            <a:extLst xmlns:a="http://schemas.openxmlformats.org/drawingml/2006/main">
              <a:ext uri="{FF2B5EF4-FFF2-40B4-BE49-F238E27FC236}">
                <a16:creationId xmlns:a16="http://schemas.microsoft.com/office/drawing/2014/main" id="{E77ABCFF-9416-439F-8C9D-76A2F58BCFC3}"/>
              </a:ext>
            </a:extLst>
          </p:cNvPr>
          <p:cNvSpPr>
            <a:spLocks xmlns:a="http://schemas.openxmlformats.org/drawingml/2006/main" noGrp="1"/>
          </p:cNvSpPr>
          <p:nvPr/>
        </p:nvSpPr>
        <p:spPr>
          <a:xfrm xmlns:a="http://schemas.openxmlformats.org/drawingml/2006/main">
            <a:off x="666750" y="6477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1827"/>
                </a:solidFill>
                <a:latin typeface="Segoe UI"/>
                <a:ea typeface="Segoe UI"/>
                <a:cs typeface="Segoe UI"/>
              </a:defRPr>
            </a:defPPr>
            <a:lvl1pPr algn="l">
              <a:defRPr sz="2550" b="1">
                <a:solidFill>
                  <a:srgbClr val="171827"/>
                </a:solidFill>
                <a:latin typeface="Segoe UI"/>
                <a:ea typeface="Segoe UI"/>
                <a:cs typeface="Segoe UI"/>
              </a:defRPr>
            </a:lvl1pPr>
            <a:lvl2pPr algn="l">
              <a:defRPr sz="2550" b="1">
                <a:solidFill>
                  <a:srgbClr val="171827"/>
                </a:solidFill>
                <a:latin typeface="Segoe UI"/>
                <a:ea typeface="Segoe UI"/>
                <a:cs typeface="Segoe UI"/>
              </a:defRPr>
            </a:lvl2pPr>
            <a:lvl3pPr algn="l">
              <a:defRPr sz="2550" b="1">
                <a:solidFill>
                  <a:srgbClr val="171827"/>
                </a:solidFill>
                <a:latin typeface="Segoe UI"/>
                <a:ea typeface="Segoe UI"/>
                <a:cs typeface="Segoe UI"/>
              </a:defRPr>
            </a:lvl3pPr>
            <a:lvl4pPr algn="l">
              <a:defRPr sz="2550" b="1">
                <a:solidFill>
                  <a:srgbClr val="171827"/>
                </a:solidFill>
                <a:latin typeface="Segoe UI"/>
                <a:ea typeface="Segoe UI"/>
                <a:cs typeface="Segoe UI"/>
              </a:defRPr>
            </a:lvl4pPr>
            <a:lvl5pPr algn="l">
              <a:defRPr sz="2550" b="1">
                <a:solidFill>
                  <a:srgbClr val="171827"/>
                </a:solidFill>
                <a:latin typeface="Segoe UI"/>
                <a:ea typeface="Segoe UI"/>
                <a:cs typeface="Segoe UI"/>
              </a:defRPr>
            </a:lvl5pPr>
            <a:lvl6pPr algn="l">
              <a:defRPr sz="2550" b="1">
                <a:solidFill>
                  <a:srgbClr val="171827"/>
                </a:solidFill>
                <a:latin typeface="Segoe UI"/>
                <a:ea typeface="Segoe UI"/>
                <a:cs typeface="Segoe UI"/>
              </a:defRPr>
            </a:lvl6pPr>
            <a:lvl7pPr algn="l">
              <a:defRPr sz="2550" b="1">
                <a:solidFill>
                  <a:srgbClr val="171827"/>
                </a:solidFill>
                <a:latin typeface="Segoe UI"/>
                <a:ea typeface="Segoe UI"/>
                <a:cs typeface="Segoe UI"/>
              </a:defRPr>
            </a:lvl7pPr>
            <a:lvl8pPr algn="l">
              <a:defRPr sz="2550" b="1">
                <a:solidFill>
                  <a:srgbClr val="171827"/>
                </a:solidFill>
                <a:latin typeface="Segoe UI"/>
                <a:ea typeface="Segoe UI"/>
                <a:cs typeface="Segoe UI"/>
              </a:defRPr>
            </a:lvl8pPr>
            <a:lvl9pPr algn="l">
              <a:defRPr sz="2550" b="1">
                <a:solidFill>
                  <a:srgbClr val="171827"/>
                </a:solidFill>
                <a:latin typeface="Segoe UI"/>
                <a:ea typeface="Segoe UI"/>
                <a:cs typeface="Segoe UI"/>
              </a:defRPr>
            </a:lvl9pPr>
          </a:lstStyle>
          <a:p xmlns:a="http://schemas.openxmlformats.org/drawingml/2006/main">
            <a:pPr algn="l">
              <a:defRPr sz="2550" b="1">
                <a:solidFill>
                  <a:srgbClr val="171827"/>
                </a:solidFill>
                <a:latin typeface="Segoe UI"/>
                <a:ea typeface="Segoe UI"/>
                <a:cs typeface="Segoe UI"/>
              </a:defRPr>
            </a:pPr>
            <a:r>
              <a:rPr sz="2550" b="1">
                <a:solidFill>
                  <a:srgbClr val="171827"/>
                </a:solidFill>
                <a:latin typeface="Segoe UI"/>
                <a:ea typeface="Segoe UI"/>
                <a:cs typeface="Segoe UI"/>
              </a:rPr>
              <a:t>Explain the build without overclaiming</a:t>
            </a:r>
          </a:p>
        </p:txBody>
      </p:sp>
      <p:sp>
        <p:nvSpPr>
          <p:cNvPr id="4" name="">
            <a:extLst xmlns:a="http://schemas.openxmlformats.org/drawingml/2006/main">
              <a:ext uri="{FF2B5EF4-FFF2-40B4-BE49-F238E27FC236}">
                <a16:creationId xmlns:a16="http://schemas.microsoft.com/office/drawing/2014/main" id="{F1FC4D71-A45E-46B0-945E-C326F9D32F75}"/>
              </a:ext>
            </a:extLst>
          </p:cNvPr>
          <p:cNvSpPr>
            <a:spLocks xmlns:a="http://schemas.openxmlformats.org/drawingml/2006/main" noGrp="1"/>
          </p:cNvSpPr>
          <p:nvPr/>
        </p:nvSpPr>
        <p:spPr>
          <a:xfrm xmlns:a="http://schemas.openxmlformats.org/drawingml/2006/main">
            <a:off x="666750" y="12096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4677C"/>
                </a:solidFill>
                <a:latin typeface="Segoe UI"/>
                <a:ea typeface="Segoe UI"/>
                <a:cs typeface="Segoe UI"/>
              </a:defRPr>
            </a:defPPr>
            <a:lvl1pPr algn="l">
              <a:defRPr sz="1275" b="0">
                <a:solidFill>
                  <a:srgbClr val="64677C"/>
                </a:solidFill>
                <a:latin typeface="Segoe UI"/>
                <a:ea typeface="Segoe UI"/>
                <a:cs typeface="Segoe UI"/>
              </a:defRPr>
            </a:lvl1pPr>
            <a:lvl2pPr algn="l">
              <a:defRPr sz="1275" b="0">
                <a:solidFill>
                  <a:srgbClr val="64677C"/>
                </a:solidFill>
                <a:latin typeface="Segoe UI"/>
                <a:ea typeface="Segoe UI"/>
                <a:cs typeface="Segoe UI"/>
              </a:defRPr>
            </a:lvl2pPr>
            <a:lvl3pPr algn="l">
              <a:defRPr sz="1275" b="0">
                <a:solidFill>
                  <a:srgbClr val="64677C"/>
                </a:solidFill>
                <a:latin typeface="Segoe UI"/>
                <a:ea typeface="Segoe UI"/>
                <a:cs typeface="Segoe UI"/>
              </a:defRPr>
            </a:lvl3pPr>
            <a:lvl4pPr algn="l">
              <a:defRPr sz="1275" b="0">
                <a:solidFill>
                  <a:srgbClr val="64677C"/>
                </a:solidFill>
                <a:latin typeface="Segoe UI"/>
                <a:ea typeface="Segoe UI"/>
                <a:cs typeface="Segoe UI"/>
              </a:defRPr>
            </a:lvl4pPr>
            <a:lvl5pPr algn="l">
              <a:defRPr sz="1275" b="0">
                <a:solidFill>
                  <a:srgbClr val="64677C"/>
                </a:solidFill>
                <a:latin typeface="Segoe UI"/>
                <a:ea typeface="Segoe UI"/>
                <a:cs typeface="Segoe UI"/>
              </a:defRPr>
            </a:lvl5pPr>
            <a:lvl6pPr algn="l">
              <a:defRPr sz="1275" b="0">
                <a:solidFill>
                  <a:srgbClr val="64677C"/>
                </a:solidFill>
                <a:latin typeface="Segoe UI"/>
                <a:ea typeface="Segoe UI"/>
                <a:cs typeface="Segoe UI"/>
              </a:defRPr>
            </a:lvl6pPr>
            <a:lvl7pPr algn="l">
              <a:defRPr sz="1275" b="0">
                <a:solidFill>
                  <a:srgbClr val="64677C"/>
                </a:solidFill>
                <a:latin typeface="Segoe UI"/>
                <a:ea typeface="Segoe UI"/>
                <a:cs typeface="Segoe UI"/>
              </a:defRPr>
            </a:lvl7pPr>
            <a:lvl8pPr algn="l">
              <a:defRPr sz="1275" b="0">
                <a:solidFill>
                  <a:srgbClr val="64677C"/>
                </a:solidFill>
                <a:latin typeface="Segoe UI"/>
                <a:ea typeface="Segoe UI"/>
                <a:cs typeface="Segoe UI"/>
              </a:defRPr>
            </a:lvl8pPr>
            <a:lvl9pPr algn="l">
              <a:defRPr sz="1275" b="0">
                <a:solidFill>
                  <a:srgbClr val="64677C"/>
                </a:solidFill>
                <a:latin typeface="Segoe UI"/>
                <a:ea typeface="Segoe UI"/>
                <a:cs typeface="Segoe UI"/>
              </a:defRPr>
            </a:lvl9pPr>
          </a:lstStyle>
          <a:p xmlns:a="http://schemas.openxmlformats.org/drawingml/2006/main">
            <a:pPr algn="l">
              <a:defRPr sz="1275" b="0">
                <a:solidFill>
                  <a:srgbClr val="64677C"/>
                </a:solidFill>
                <a:latin typeface="Segoe UI"/>
                <a:ea typeface="Segoe UI"/>
                <a:cs typeface="Segoe UI"/>
              </a:defRPr>
            </a:pPr>
            <a:r>
              <a:rPr sz="1275" b="0">
                <a:solidFill>
                  <a:srgbClr val="64677C"/>
                </a:solidFill>
                <a:latin typeface="Segoe UI"/>
                <a:ea typeface="Segoe UI"/>
                <a:cs typeface="Segoe UI"/>
              </a:rPr>
              <a:t>Show one automation from configuration through its recorded execution.</a:t>
            </a:r>
          </a:p>
        </p:txBody>
      </p:sp>
      <p:sp>
        <p:nvSpPr>
          <p:cNvPr id="5" name="">
            <a:extLst xmlns:a="http://schemas.openxmlformats.org/drawingml/2006/main">
              <a:ext uri="{FF2B5EF4-FFF2-40B4-BE49-F238E27FC236}">
                <a16:creationId xmlns:a16="http://schemas.microsoft.com/office/drawing/2014/main" id="{23904E02-170F-449B-9BC5-9D211E36EEAD}"/>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079980-5528-42EF-BDE8-DFEF8CA77791}"/>
              </a:ext>
            </a:extLst>
          </p:cNvPr>
          <p:cNvSpPr>
            <a:spLocks xmlns:a="http://schemas.openxmlformats.org/drawingml/2006/main" noGrp="1"/>
          </p:cNvSpPr>
          <p:nvPr/>
        </p:nvSpPr>
        <p:spPr>
          <a:xfrm xmlns:a="http://schemas.openxmlformats.org/drawingml/2006/main">
            <a:off x="666750" y="6486525"/>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64677C"/>
                </a:solidFill>
                <a:latin typeface="Segoe UI"/>
                <a:ea typeface="Segoe UI"/>
                <a:cs typeface="Segoe UI"/>
              </a:defRPr>
            </a:defPPr>
            <a:lvl1pPr algn="l">
              <a:defRPr sz="825" b="0">
                <a:solidFill>
                  <a:srgbClr val="64677C"/>
                </a:solidFill>
                <a:latin typeface="Segoe UI"/>
                <a:ea typeface="Segoe UI"/>
                <a:cs typeface="Segoe UI"/>
              </a:defRPr>
            </a:lvl1pPr>
            <a:lvl2pPr algn="l">
              <a:defRPr sz="825" b="0">
                <a:solidFill>
                  <a:srgbClr val="64677C"/>
                </a:solidFill>
                <a:latin typeface="Segoe UI"/>
                <a:ea typeface="Segoe UI"/>
                <a:cs typeface="Segoe UI"/>
              </a:defRPr>
            </a:lvl2pPr>
            <a:lvl3pPr algn="l">
              <a:defRPr sz="825" b="0">
                <a:solidFill>
                  <a:srgbClr val="64677C"/>
                </a:solidFill>
                <a:latin typeface="Segoe UI"/>
                <a:ea typeface="Segoe UI"/>
                <a:cs typeface="Segoe UI"/>
              </a:defRPr>
            </a:lvl3pPr>
            <a:lvl4pPr algn="l">
              <a:defRPr sz="825" b="0">
                <a:solidFill>
                  <a:srgbClr val="64677C"/>
                </a:solidFill>
                <a:latin typeface="Segoe UI"/>
                <a:ea typeface="Segoe UI"/>
                <a:cs typeface="Segoe UI"/>
              </a:defRPr>
            </a:lvl4pPr>
            <a:lvl5pPr algn="l">
              <a:defRPr sz="825" b="0">
                <a:solidFill>
                  <a:srgbClr val="64677C"/>
                </a:solidFill>
                <a:latin typeface="Segoe UI"/>
                <a:ea typeface="Segoe UI"/>
                <a:cs typeface="Segoe UI"/>
              </a:defRPr>
            </a:lvl5pPr>
            <a:lvl6pPr algn="l">
              <a:defRPr sz="825" b="0">
                <a:solidFill>
                  <a:srgbClr val="64677C"/>
                </a:solidFill>
                <a:latin typeface="Segoe UI"/>
                <a:ea typeface="Segoe UI"/>
                <a:cs typeface="Segoe UI"/>
              </a:defRPr>
            </a:lvl6pPr>
            <a:lvl7pPr algn="l">
              <a:defRPr sz="825" b="0">
                <a:solidFill>
                  <a:srgbClr val="64677C"/>
                </a:solidFill>
                <a:latin typeface="Segoe UI"/>
                <a:ea typeface="Segoe UI"/>
                <a:cs typeface="Segoe UI"/>
              </a:defRPr>
            </a:lvl7pPr>
            <a:lvl8pPr algn="l">
              <a:defRPr sz="825" b="0">
                <a:solidFill>
                  <a:srgbClr val="64677C"/>
                </a:solidFill>
                <a:latin typeface="Segoe UI"/>
                <a:ea typeface="Segoe UI"/>
                <a:cs typeface="Segoe UI"/>
              </a:defRPr>
            </a:lvl8pPr>
            <a:lvl9pPr algn="l">
              <a:defRPr sz="825" b="0">
                <a:solidFill>
                  <a:srgbClr val="64677C"/>
                </a:solidFill>
                <a:latin typeface="Segoe UI"/>
                <a:ea typeface="Segoe UI"/>
                <a:cs typeface="Segoe UI"/>
              </a:defRPr>
            </a:lvl9pPr>
          </a:lstStyle>
          <a:p xmlns:a="http://schemas.openxmlformats.org/drawingml/2006/main">
            <a:pPr algn="l">
              <a:defRPr sz="825" b="0">
                <a:solidFill>
                  <a:srgbClr val="64677C"/>
                </a:solidFill>
                <a:latin typeface="Segoe UI"/>
                <a:ea typeface="Segoe UI"/>
                <a:cs typeface="Segoe UI"/>
              </a:defRPr>
            </a:pPr>
            <a:r>
              <a:rPr sz="825" b="0">
                <a:solidFill>
                  <a:srgbClr val="64677C"/>
                </a:solidFill>
                <a:latin typeface="Segoe UI"/>
                <a:ea typeface="Segoe UI"/>
                <a:cs typeface="Segoe UI"/>
              </a:rPr>
              <a:t>Automation Engine  ·  Product walkthrough &amp; manual test plan</a:t>
            </a:r>
          </a:p>
        </p:txBody>
      </p:sp>
      <p:sp>
        <p:nvSpPr>
          <p:cNvPr id="7" name="">
            <a:extLst xmlns:a="http://schemas.openxmlformats.org/drawingml/2006/main">
              <a:ext uri="{FF2B5EF4-FFF2-40B4-BE49-F238E27FC236}">
                <a16:creationId xmlns:a16="http://schemas.microsoft.com/office/drawing/2014/main" id="{4D29E30B-5CA5-4893-8BF8-39C68EB6EAE3}"/>
              </a:ext>
            </a:extLst>
          </p:cNvPr>
          <p:cNvSpPr>
            <a:spLocks xmlns:a="http://schemas.openxmlformats.org/drawingml/2006/main" noGrp="1"/>
          </p:cNvSpPr>
          <p:nvPr/>
        </p:nvSpPr>
        <p:spPr>
          <a:xfrm xmlns:a="http://schemas.openxmlformats.org/drawingml/2006/main">
            <a:off x="10953750" y="64770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64677C"/>
                </a:solidFill>
                <a:latin typeface="Segoe UI"/>
                <a:ea typeface="Segoe UI"/>
                <a:cs typeface="Segoe UI"/>
              </a:defRPr>
            </a:defPPr>
            <a:lvl1pPr algn="r">
              <a:defRPr sz="900" b="1">
                <a:solidFill>
                  <a:srgbClr val="64677C"/>
                </a:solidFill>
                <a:latin typeface="Segoe UI"/>
                <a:ea typeface="Segoe UI"/>
                <a:cs typeface="Segoe UI"/>
              </a:defRPr>
            </a:lvl1pPr>
            <a:lvl2pPr algn="r">
              <a:defRPr sz="900" b="1">
                <a:solidFill>
                  <a:srgbClr val="64677C"/>
                </a:solidFill>
                <a:latin typeface="Segoe UI"/>
                <a:ea typeface="Segoe UI"/>
                <a:cs typeface="Segoe UI"/>
              </a:defRPr>
            </a:lvl2pPr>
            <a:lvl3pPr algn="r">
              <a:defRPr sz="900" b="1">
                <a:solidFill>
                  <a:srgbClr val="64677C"/>
                </a:solidFill>
                <a:latin typeface="Segoe UI"/>
                <a:ea typeface="Segoe UI"/>
                <a:cs typeface="Segoe UI"/>
              </a:defRPr>
            </a:lvl3pPr>
            <a:lvl4pPr algn="r">
              <a:defRPr sz="900" b="1">
                <a:solidFill>
                  <a:srgbClr val="64677C"/>
                </a:solidFill>
                <a:latin typeface="Segoe UI"/>
                <a:ea typeface="Segoe UI"/>
                <a:cs typeface="Segoe UI"/>
              </a:defRPr>
            </a:lvl4pPr>
            <a:lvl5pPr algn="r">
              <a:defRPr sz="900" b="1">
                <a:solidFill>
                  <a:srgbClr val="64677C"/>
                </a:solidFill>
                <a:latin typeface="Segoe UI"/>
                <a:ea typeface="Segoe UI"/>
                <a:cs typeface="Segoe UI"/>
              </a:defRPr>
            </a:lvl5pPr>
            <a:lvl6pPr algn="r">
              <a:defRPr sz="900" b="1">
                <a:solidFill>
                  <a:srgbClr val="64677C"/>
                </a:solidFill>
                <a:latin typeface="Segoe UI"/>
                <a:ea typeface="Segoe UI"/>
                <a:cs typeface="Segoe UI"/>
              </a:defRPr>
            </a:lvl6pPr>
            <a:lvl7pPr algn="r">
              <a:defRPr sz="900" b="1">
                <a:solidFill>
                  <a:srgbClr val="64677C"/>
                </a:solidFill>
                <a:latin typeface="Segoe UI"/>
                <a:ea typeface="Segoe UI"/>
                <a:cs typeface="Segoe UI"/>
              </a:defRPr>
            </a:lvl7pPr>
            <a:lvl8pPr algn="r">
              <a:defRPr sz="900" b="1">
                <a:solidFill>
                  <a:srgbClr val="64677C"/>
                </a:solidFill>
                <a:latin typeface="Segoe UI"/>
                <a:ea typeface="Segoe UI"/>
                <a:cs typeface="Segoe UI"/>
              </a:defRPr>
            </a:lvl8pPr>
            <a:lvl9pPr algn="r">
              <a:defRPr sz="900" b="1">
                <a:solidFill>
                  <a:srgbClr val="64677C"/>
                </a:solidFill>
                <a:latin typeface="Segoe UI"/>
                <a:ea typeface="Segoe UI"/>
                <a:cs typeface="Segoe UI"/>
              </a:defRPr>
            </a:lvl9pPr>
          </a:lstStyle>
          <a:p xmlns:a="http://schemas.openxmlformats.org/drawingml/2006/main">
            <a:pPr algn="r">
              <a:defRPr sz="900" b="1">
                <a:solidFill>
                  <a:srgbClr val="64677C"/>
                </a:solidFill>
                <a:latin typeface="Segoe UI"/>
                <a:ea typeface="Segoe UI"/>
                <a:cs typeface="Segoe UI"/>
              </a:defRPr>
            </a:pPr>
            <a:r>
              <a:rPr sz="900" b="1">
                <a:solidFill>
                  <a:srgbClr val="64677C"/>
                </a:solidFill>
                <a:latin typeface="Segoe UI"/>
                <a:ea typeface="Segoe UI"/>
                <a:cs typeface="Segoe UI"/>
              </a:rPr>
              <a:t>12</a:t>
            </a:r>
          </a:p>
        </p:txBody>
      </p:sp>
      <p:sp>
        <p:nvSpPr>
          <p:cNvPr id="8" name="">
            <a:extLst xmlns:a="http://schemas.openxmlformats.org/drawingml/2006/main">
              <a:ext uri="{FF2B5EF4-FFF2-40B4-BE49-F238E27FC236}">
                <a16:creationId xmlns:a16="http://schemas.microsoft.com/office/drawing/2014/main" id="{EB6604F5-2323-44E6-AA21-FA11C7850739}"/>
              </a:ext>
            </a:extLst>
          </p:cNvPr>
          <p:cNvSpPr>
            <a:spLocks xmlns:a="http://schemas.openxmlformats.org/drawingml/2006/main" noGrp="1"/>
          </p:cNvSpPr>
          <p:nvPr/>
        </p:nvSpPr>
        <p:spPr>
          <a:xfrm xmlns:a="http://schemas.openxmlformats.org/drawingml/2006/main">
            <a:off x="714375" y="1990725"/>
            <a:ext cx="6858000" cy="3209925"/>
          </a:xfrm>
          <a:prstGeom xmlns:a="http://schemas.openxmlformats.org/drawingml/2006/main" prst="roundRect">
            <a:avLst>
              <a:gd name="adj" fmla="val 5341"/>
            </a:avLst>
          </a:prstGeom>
          <a:solidFill xmlns:a="http://schemas.openxmlformats.org/drawingml/2006/main">
            <a:srgbClr val="191A31"/>
          </a:solidFill>
          <a:ln xmlns:a="http://schemas.openxmlformats.org/drawingml/2006/main" w="9525">
            <a:solidFill>
              <a:srgbClr val="191A31"/>
            </a:solidFill>
            <a:prstDash val="solid"/>
          </a:ln>
        </p:spPr>
      </p:sp>
      <p:sp>
        <p:nvSpPr>
          <p:cNvPr id="9" name="">
            <a:extLst xmlns:a="http://schemas.openxmlformats.org/drawingml/2006/main">
              <a:ext uri="{FF2B5EF4-FFF2-40B4-BE49-F238E27FC236}">
                <a16:creationId xmlns:a16="http://schemas.microsoft.com/office/drawing/2014/main" id="{5A65B518-56F9-4E71-B9E6-72B475BF5F3B}"/>
              </a:ext>
            </a:extLst>
          </p:cNvPr>
          <p:cNvSpPr>
            <a:spLocks xmlns:a="http://schemas.openxmlformats.org/drawingml/2006/main" noGrp="1"/>
          </p:cNvSpPr>
          <p:nvPr/>
        </p:nvSpPr>
        <p:spPr>
          <a:xfrm xmlns:a="http://schemas.openxmlformats.org/drawingml/2006/main">
            <a:off x="1009650" y="2238375"/>
            <a:ext cx="523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C6C5FF"/>
                </a:solidFill>
                <a:latin typeface="Segoe UI"/>
                <a:ea typeface="Segoe UI"/>
                <a:cs typeface="Segoe UI"/>
              </a:defRPr>
            </a:defPPr>
            <a:lvl1pPr algn="l">
              <a:defRPr sz="900" b="1">
                <a:solidFill>
                  <a:srgbClr val="C6C5FF"/>
                </a:solidFill>
                <a:latin typeface="Segoe UI"/>
                <a:ea typeface="Segoe UI"/>
                <a:cs typeface="Segoe UI"/>
              </a:defRPr>
            </a:lvl1pPr>
            <a:lvl2pPr algn="l">
              <a:defRPr sz="900" b="1">
                <a:solidFill>
                  <a:srgbClr val="C6C5FF"/>
                </a:solidFill>
                <a:latin typeface="Segoe UI"/>
                <a:ea typeface="Segoe UI"/>
                <a:cs typeface="Segoe UI"/>
              </a:defRPr>
            </a:lvl2pPr>
            <a:lvl3pPr algn="l">
              <a:defRPr sz="900" b="1">
                <a:solidFill>
                  <a:srgbClr val="C6C5FF"/>
                </a:solidFill>
                <a:latin typeface="Segoe UI"/>
                <a:ea typeface="Segoe UI"/>
                <a:cs typeface="Segoe UI"/>
              </a:defRPr>
            </a:lvl3pPr>
            <a:lvl4pPr algn="l">
              <a:defRPr sz="900" b="1">
                <a:solidFill>
                  <a:srgbClr val="C6C5FF"/>
                </a:solidFill>
                <a:latin typeface="Segoe UI"/>
                <a:ea typeface="Segoe UI"/>
                <a:cs typeface="Segoe UI"/>
              </a:defRPr>
            </a:lvl4pPr>
            <a:lvl5pPr algn="l">
              <a:defRPr sz="900" b="1">
                <a:solidFill>
                  <a:srgbClr val="C6C5FF"/>
                </a:solidFill>
                <a:latin typeface="Segoe UI"/>
                <a:ea typeface="Segoe UI"/>
                <a:cs typeface="Segoe UI"/>
              </a:defRPr>
            </a:lvl5pPr>
            <a:lvl6pPr algn="l">
              <a:defRPr sz="900" b="1">
                <a:solidFill>
                  <a:srgbClr val="C6C5FF"/>
                </a:solidFill>
                <a:latin typeface="Segoe UI"/>
                <a:ea typeface="Segoe UI"/>
                <a:cs typeface="Segoe UI"/>
              </a:defRPr>
            </a:lvl6pPr>
            <a:lvl7pPr algn="l">
              <a:defRPr sz="900" b="1">
                <a:solidFill>
                  <a:srgbClr val="C6C5FF"/>
                </a:solidFill>
                <a:latin typeface="Segoe UI"/>
                <a:ea typeface="Segoe UI"/>
                <a:cs typeface="Segoe UI"/>
              </a:defRPr>
            </a:lvl7pPr>
            <a:lvl8pPr algn="l">
              <a:defRPr sz="900" b="1">
                <a:solidFill>
                  <a:srgbClr val="C6C5FF"/>
                </a:solidFill>
                <a:latin typeface="Segoe UI"/>
                <a:ea typeface="Segoe UI"/>
                <a:cs typeface="Segoe UI"/>
              </a:defRPr>
            </a:lvl8pPr>
            <a:lvl9pPr algn="l">
              <a:defRPr sz="900" b="1">
                <a:solidFill>
                  <a:srgbClr val="C6C5FF"/>
                </a:solidFill>
                <a:latin typeface="Segoe UI"/>
                <a:ea typeface="Segoe UI"/>
                <a:cs typeface="Segoe UI"/>
              </a:defRPr>
            </a:lvl9pPr>
          </a:lstStyle>
          <a:p xmlns:a="http://schemas.openxmlformats.org/drawingml/2006/main">
            <a:pPr algn="l">
              <a:defRPr sz="900" b="1">
                <a:solidFill>
                  <a:srgbClr val="C6C5FF"/>
                </a:solidFill>
                <a:latin typeface="Segoe UI"/>
                <a:ea typeface="Segoe UI"/>
                <a:cs typeface="Segoe UI"/>
              </a:defRPr>
            </a:pPr>
            <a:r>
              <a:rPr sz="900" b="1">
                <a:solidFill>
                  <a:srgbClr val="C6C5FF"/>
                </a:solidFill>
                <a:latin typeface="Segoe UI"/>
                <a:ea typeface="Segoe UI"/>
                <a:cs typeface="Segoe UI"/>
              </a:rPr>
              <a:t>60-SECOND TALK TRACK</a:t>
            </a:r>
          </a:p>
        </p:txBody>
      </p:sp>
      <p:sp>
        <p:nvSpPr>
          <p:cNvPr id="10" name="">
            <a:extLst xmlns:a="http://schemas.openxmlformats.org/drawingml/2006/main">
              <a:ext uri="{FF2B5EF4-FFF2-40B4-BE49-F238E27FC236}">
                <a16:creationId xmlns:a16="http://schemas.microsoft.com/office/drawing/2014/main" id="{93334199-00E4-4AB9-A1DA-73314F2FF94F}"/>
              </a:ext>
            </a:extLst>
          </p:cNvPr>
          <p:cNvSpPr>
            <a:spLocks xmlns:a="http://schemas.openxmlformats.org/drawingml/2006/main" noGrp="1"/>
          </p:cNvSpPr>
          <p:nvPr/>
        </p:nvSpPr>
        <p:spPr>
          <a:xfrm xmlns:a="http://schemas.openxmlformats.org/drawingml/2006/main">
            <a:off x="1009650" y="2667000"/>
            <a:ext cx="6096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FFFFFF"/>
                </a:solidFill>
                <a:latin typeface="Segoe UI"/>
                <a:ea typeface="Segoe UI"/>
                <a:cs typeface="Segoe UI"/>
              </a:defRPr>
            </a:defPPr>
            <a:lvl1pPr algn="l">
              <a:defRPr sz="1650" b="0">
                <a:solidFill>
                  <a:srgbClr val="FFFFFF"/>
                </a:solidFill>
                <a:latin typeface="Segoe UI"/>
                <a:ea typeface="Segoe UI"/>
                <a:cs typeface="Segoe UI"/>
              </a:defRPr>
            </a:lvl1pPr>
            <a:lvl2pPr algn="l">
              <a:defRPr sz="1650" b="0">
                <a:solidFill>
                  <a:srgbClr val="FFFFFF"/>
                </a:solidFill>
                <a:latin typeface="Segoe UI"/>
                <a:ea typeface="Segoe UI"/>
                <a:cs typeface="Segoe UI"/>
              </a:defRPr>
            </a:lvl2pPr>
            <a:lvl3pPr algn="l">
              <a:defRPr sz="1650" b="0">
                <a:solidFill>
                  <a:srgbClr val="FFFFFF"/>
                </a:solidFill>
                <a:latin typeface="Segoe UI"/>
                <a:ea typeface="Segoe UI"/>
                <a:cs typeface="Segoe UI"/>
              </a:defRPr>
            </a:lvl3pPr>
            <a:lvl4pPr algn="l">
              <a:defRPr sz="1650" b="0">
                <a:solidFill>
                  <a:srgbClr val="FFFFFF"/>
                </a:solidFill>
                <a:latin typeface="Segoe UI"/>
                <a:ea typeface="Segoe UI"/>
                <a:cs typeface="Segoe UI"/>
              </a:defRPr>
            </a:lvl4pPr>
            <a:lvl5pPr algn="l">
              <a:defRPr sz="1650" b="0">
                <a:solidFill>
                  <a:srgbClr val="FFFFFF"/>
                </a:solidFill>
                <a:latin typeface="Segoe UI"/>
                <a:ea typeface="Segoe UI"/>
                <a:cs typeface="Segoe UI"/>
              </a:defRPr>
            </a:lvl5pPr>
            <a:lvl6pPr algn="l">
              <a:defRPr sz="1650" b="0">
                <a:solidFill>
                  <a:srgbClr val="FFFFFF"/>
                </a:solidFill>
                <a:latin typeface="Segoe UI"/>
                <a:ea typeface="Segoe UI"/>
                <a:cs typeface="Segoe UI"/>
              </a:defRPr>
            </a:lvl6pPr>
            <a:lvl7pPr algn="l">
              <a:defRPr sz="1650" b="0">
                <a:solidFill>
                  <a:srgbClr val="FFFFFF"/>
                </a:solidFill>
                <a:latin typeface="Segoe UI"/>
                <a:ea typeface="Segoe UI"/>
                <a:cs typeface="Segoe UI"/>
              </a:defRPr>
            </a:lvl7pPr>
            <a:lvl8pPr algn="l">
              <a:defRPr sz="1650" b="0">
                <a:solidFill>
                  <a:srgbClr val="FFFFFF"/>
                </a:solidFill>
                <a:latin typeface="Segoe UI"/>
                <a:ea typeface="Segoe UI"/>
                <a:cs typeface="Segoe UI"/>
              </a:defRPr>
            </a:lvl8pPr>
            <a:lvl9pPr algn="l">
              <a:defRPr sz="1650" b="0">
                <a:solidFill>
                  <a:srgbClr val="FFFFFF"/>
                </a:solidFill>
                <a:latin typeface="Segoe UI"/>
                <a:ea typeface="Segoe UI"/>
                <a:cs typeface="Segoe UI"/>
              </a:defRPr>
            </a:lvl9pPr>
          </a:lstStyle>
          <a:p xmlns:a="http://schemas.openxmlformats.org/drawingml/2006/main">
            <a:pPr algn="l">
              <a:defRPr sz="1650" b="0">
                <a:solidFill>
                  <a:srgbClr val="FFFFFF"/>
                </a:solidFill>
                <a:latin typeface="Segoe UI"/>
                <a:ea typeface="Segoe UI"/>
                <a:cs typeface="Segoe UI"/>
              </a:defRPr>
            </a:pPr>
            <a:r>
              <a:rPr sz="1650" b="0">
                <a:solidFill>
                  <a:srgbClr val="FFFFFF"/>
                </a:solidFill>
                <a:latin typeface="Segoe UI"/>
                <a:ea typeface="Segoe UI"/>
                <a:cs typeface="Segoe UI"/>
              </a:rPr>
              <a:t>“This is an event-driven automation engine. I define a trigger, conditions, and ordered actions; save and preview the rule; then publish and enable it. When a matching event arrives, the engine creates a run. I can inspect the run and action outcome, configure a schedule, and view operational signals.”</a:t>
            </a:r>
          </a:p>
        </p:txBody>
      </p:sp>
      <p:sp>
        <p:nvSpPr>
          <p:cNvPr id="11" name="">
            <a:extLst xmlns:a="http://schemas.openxmlformats.org/drawingml/2006/main">
              <a:ext uri="{FF2B5EF4-FFF2-40B4-BE49-F238E27FC236}">
                <a16:creationId xmlns:a16="http://schemas.microsoft.com/office/drawing/2014/main" id="{E9E77062-84EC-4F2E-AAAA-5169D83A4684}"/>
              </a:ext>
            </a:extLst>
          </p:cNvPr>
          <p:cNvSpPr>
            <a:spLocks xmlns:a="http://schemas.openxmlformats.org/drawingml/2006/main" noGrp="1"/>
          </p:cNvSpPr>
          <p:nvPr/>
        </p:nvSpPr>
        <p:spPr>
          <a:xfrm xmlns:a="http://schemas.openxmlformats.org/drawingml/2006/main">
            <a:off x="8048625" y="2028825"/>
            <a:ext cx="3095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84052"/>
                </a:solidFill>
                <a:latin typeface="Segoe UI"/>
                <a:ea typeface="Segoe UI"/>
                <a:cs typeface="Segoe UI"/>
              </a:defRPr>
            </a:defPPr>
            <a:lvl1pPr algn="l">
              <a:defRPr sz="900" b="1">
                <a:solidFill>
                  <a:srgbClr val="B84052"/>
                </a:solidFill>
                <a:latin typeface="Segoe UI"/>
                <a:ea typeface="Segoe UI"/>
                <a:cs typeface="Segoe UI"/>
              </a:defRPr>
            </a:lvl1pPr>
            <a:lvl2pPr algn="l">
              <a:defRPr sz="900" b="1">
                <a:solidFill>
                  <a:srgbClr val="B84052"/>
                </a:solidFill>
                <a:latin typeface="Segoe UI"/>
                <a:ea typeface="Segoe UI"/>
                <a:cs typeface="Segoe UI"/>
              </a:defRPr>
            </a:lvl2pPr>
            <a:lvl3pPr algn="l">
              <a:defRPr sz="900" b="1">
                <a:solidFill>
                  <a:srgbClr val="B84052"/>
                </a:solidFill>
                <a:latin typeface="Segoe UI"/>
                <a:ea typeface="Segoe UI"/>
                <a:cs typeface="Segoe UI"/>
              </a:defRPr>
            </a:lvl3pPr>
            <a:lvl4pPr algn="l">
              <a:defRPr sz="900" b="1">
                <a:solidFill>
                  <a:srgbClr val="B84052"/>
                </a:solidFill>
                <a:latin typeface="Segoe UI"/>
                <a:ea typeface="Segoe UI"/>
                <a:cs typeface="Segoe UI"/>
              </a:defRPr>
            </a:lvl4pPr>
            <a:lvl5pPr algn="l">
              <a:defRPr sz="900" b="1">
                <a:solidFill>
                  <a:srgbClr val="B84052"/>
                </a:solidFill>
                <a:latin typeface="Segoe UI"/>
                <a:ea typeface="Segoe UI"/>
                <a:cs typeface="Segoe UI"/>
              </a:defRPr>
            </a:lvl5pPr>
            <a:lvl6pPr algn="l">
              <a:defRPr sz="900" b="1">
                <a:solidFill>
                  <a:srgbClr val="B84052"/>
                </a:solidFill>
                <a:latin typeface="Segoe UI"/>
                <a:ea typeface="Segoe UI"/>
                <a:cs typeface="Segoe UI"/>
              </a:defRPr>
            </a:lvl6pPr>
            <a:lvl7pPr algn="l">
              <a:defRPr sz="900" b="1">
                <a:solidFill>
                  <a:srgbClr val="B84052"/>
                </a:solidFill>
                <a:latin typeface="Segoe UI"/>
                <a:ea typeface="Segoe UI"/>
                <a:cs typeface="Segoe UI"/>
              </a:defRPr>
            </a:lvl7pPr>
            <a:lvl8pPr algn="l">
              <a:defRPr sz="900" b="1">
                <a:solidFill>
                  <a:srgbClr val="B84052"/>
                </a:solidFill>
                <a:latin typeface="Segoe UI"/>
                <a:ea typeface="Segoe UI"/>
                <a:cs typeface="Segoe UI"/>
              </a:defRPr>
            </a:lvl8pPr>
            <a:lvl9pPr algn="l">
              <a:defRPr sz="900" b="1">
                <a:solidFill>
                  <a:srgbClr val="B84052"/>
                </a:solidFill>
                <a:latin typeface="Segoe UI"/>
                <a:ea typeface="Segoe UI"/>
                <a:cs typeface="Segoe UI"/>
              </a:defRPr>
            </a:lvl9pPr>
          </a:lstStyle>
          <a:p xmlns:a="http://schemas.openxmlformats.org/drawingml/2006/main">
            <a:pPr algn="l">
              <a:defRPr sz="900" b="1">
                <a:solidFill>
                  <a:srgbClr val="B84052"/>
                </a:solidFill>
                <a:latin typeface="Segoe UI"/>
                <a:ea typeface="Segoe UI"/>
                <a:cs typeface="Segoe UI"/>
              </a:defRPr>
            </a:pPr>
            <a:r>
              <a:rPr sz="900" b="1">
                <a:solidFill>
                  <a:srgbClr val="B84052"/>
                </a:solidFill>
                <a:latin typeface="Segoe UI"/>
                <a:ea typeface="Segoe UI"/>
                <a:cs typeface="Segoe UI"/>
              </a:rPr>
              <a:t>CURRENT DEMO BOUNDARY</a:t>
            </a:r>
          </a:p>
        </p:txBody>
      </p:sp>
      <p:sp>
        <p:nvSpPr>
          <p:cNvPr id="12" name="">
            <a:extLst xmlns:a="http://schemas.openxmlformats.org/drawingml/2006/main">
              <a:ext uri="{FF2B5EF4-FFF2-40B4-BE49-F238E27FC236}">
                <a16:creationId xmlns:a16="http://schemas.microsoft.com/office/drawing/2014/main" id="{746422B3-CA9F-441C-918D-29C9F963067D}"/>
              </a:ext>
            </a:extLst>
          </p:cNvPr>
          <p:cNvSpPr>
            <a:spLocks xmlns:a="http://schemas.openxmlformats.org/drawingml/2006/main" noGrp="1"/>
          </p:cNvSpPr>
          <p:nvPr/>
        </p:nvSpPr>
        <p:spPr>
          <a:xfrm xmlns:a="http://schemas.openxmlformats.org/drawingml/2006/main">
            <a:off x="8048625" y="2409825"/>
            <a:ext cx="3238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71827"/>
                </a:solidFill>
                <a:latin typeface="Segoe UI"/>
                <a:ea typeface="Segoe UI"/>
                <a:cs typeface="Segoe UI"/>
              </a:defRPr>
            </a:defPPr>
            <a:lvl1pPr algn="l">
              <a:defRPr sz="1350" b="0">
                <a:solidFill>
                  <a:srgbClr val="171827"/>
                </a:solidFill>
                <a:latin typeface="Segoe UI"/>
                <a:ea typeface="Segoe UI"/>
                <a:cs typeface="Segoe UI"/>
              </a:defRPr>
            </a:lvl1pPr>
            <a:lvl2pPr algn="l">
              <a:defRPr sz="1350" b="0">
                <a:solidFill>
                  <a:srgbClr val="171827"/>
                </a:solidFill>
                <a:latin typeface="Segoe UI"/>
                <a:ea typeface="Segoe UI"/>
                <a:cs typeface="Segoe UI"/>
              </a:defRPr>
            </a:lvl2pPr>
            <a:lvl3pPr algn="l">
              <a:defRPr sz="1350" b="0">
                <a:solidFill>
                  <a:srgbClr val="171827"/>
                </a:solidFill>
                <a:latin typeface="Segoe UI"/>
                <a:ea typeface="Segoe UI"/>
                <a:cs typeface="Segoe UI"/>
              </a:defRPr>
            </a:lvl3pPr>
            <a:lvl4pPr algn="l">
              <a:defRPr sz="1350" b="0">
                <a:solidFill>
                  <a:srgbClr val="171827"/>
                </a:solidFill>
                <a:latin typeface="Segoe UI"/>
                <a:ea typeface="Segoe UI"/>
                <a:cs typeface="Segoe UI"/>
              </a:defRPr>
            </a:lvl4pPr>
            <a:lvl5pPr algn="l">
              <a:defRPr sz="1350" b="0">
                <a:solidFill>
                  <a:srgbClr val="171827"/>
                </a:solidFill>
                <a:latin typeface="Segoe UI"/>
                <a:ea typeface="Segoe UI"/>
                <a:cs typeface="Segoe UI"/>
              </a:defRPr>
            </a:lvl5pPr>
            <a:lvl6pPr algn="l">
              <a:defRPr sz="1350" b="0">
                <a:solidFill>
                  <a:srgbClr val="171827"/>
                </a:solidFill>
                <a:latin typeface="Segoe UI"/>
                <a:ea typeface="Segoe UI"/>
                <a:cs typeface="Segoe UI"/>
              </a:defRPr>
            </a:lvl6pPr>
            <a:lvl7pPr algn="l">
              <a:defRPr sz="1350" b="0">
                <a:solidFill>
                  <a:srgbClr val="171827"/>
                </a:solidFill>
                <a:latin typeface="Segoe UI"/>
                <a:ea typeface="Segoe UI"/>
                <a:cs typeface="Segoe UI"/>
              </a:defRPr>
            </a:lvl7pPr>
            <a:lvl8pPr algn="l">
              <a:defRPr sz="1350" b="0">
                <a:solidFill>
                  <a:srgbClr val="171827"/>
                </a:solidFill>
                <a:latin typeface="Segoe UI"/>
                <a:ea typeface="Segoe UI"/>
                <a:cs typeface="Segoe UI"/>
              </a:defRPr>
            </a:lvl8pPr>
            <a:lvl9pPr algn="l">
              <a:defRPr sz="1350" b="0">
                <a:solidFill>
                  <a:srgbClr val="171827"/>
                </a:solidFill>
                <a:latin typeface="Segoe UI"/>
                <a:ea typeface="Segoe UI"/>
                <a:cs typeface="Segoe UI"/>
              </a:defRPr>
            </a:lvl9pPr>
          </a:lstStyle>
          <a:p xmlns:a="http://schemas.openxmlformats.org/drawingml/2006/main">
            <a:pPr algn="l">
              <a:defRPr sz="1350" b="0">
                <a:solidFill>
                  <a:srgbClr val="171827"/>
                </a:solidFill>
                <a:latin typeface="Segoe UI"/>
                <a:ea typeface="Segoe UI"/>
                <a:cs typeface="Segoe UI"/>
              </a:defRPr>
            </a:pPr>
            <a:r>
              <a:rPr sz="1350" b="0">
                <a:solidFill>
                  <a:srgbClr val="171827"/>
                </a:solidFill>
                <a:latin typeface="Segoe UI"/>
                <a:ea typeface="Segoe UI"/>
                <a:cs typeface="Segoe UI"/>
              </a:rPr>
              <a:t>Local notification is recorded, not sent externally.</a:t>
            </a:r>
          </a:p>
          <a:p xmlns:a="http://schemas.openxmlformats.org/drawingml/2006/main">
            <a:r>
              <a:t/>
            </a:r>
          </a:p>
          <a:p xmlns:a="http://schemas.openxmlformats.org/drawingml/2006/main">
            <a:pPr algn="l">
              <a:defRPr sz="1350" b="0">
                <a:solidFill>
                  <a:srgbClr val="171827"/>
                </a:solidFill>
                <a:latin typeface="Segoe UI"/>
                <a:ea typeface="Segoe UI"/>
                <a:cs typeface="Segoe UI"/>
              </a:defRPr>
            </a:pPr>
            <a:r>
              <a:rPr sz="1350" b="0">
                <a:solidFill>
                  <a:srgbClr val="171827"/>
                </a:solidFill>
                <a:latin typeface="Segoe UI"/>
                <a:ea typeface="Segoe UI"/>
                <a:cs typeface="Segoe UI"/>
              </a:rPr>
              <a:t>Production identity, policy, worker/scheduler composition, real action providers, and production data/operations need their own integration and release verification.</a:t>
            </a:r>
          </a:p>
        </p:txBody>
      </p:sp>
      <p:sp>
        <p:nvSpPr>
          <p:cNvPr id="13" name="">
            <a:extLst xmlns:a="http://schemas.openxmlformats.org/drawingml/2006/main">
              <a:ext uri="{FF2B5EF4-FFF2-40B4-BE49-F238E27FC236}">
                <a16:creationId xmlns:a16="http://schemas.microsoft.com/office/drawing/2014/main" id="{0C7E4212-84B7-46C6-AD1D-112CB3DC03AD}"/>
              </a:ext>
            </a:extLst>
          </p:cNvPr>
          <p:cNvSpPr>
            <a:spLocks xmlns:a="http://schemas.openxmlformats.org/drawingml/2006/main" noGrp="1"/>
          </p:cNvSpPr>
          <p:nvPr/>
        </p:nvSpPr>
        <p:spPr>
          <a:xfrm xmlns:a="http://schemas.openxmlformats.org/drawingml/2006/main">
            <a:off x="8048625" y="4638675"/>
            <a:ext cx="3238500" cy="19050"/>
          </a:xfrm>
          <a:prstGeom xmlns:a="http://schemas.openxmlformats.org/drawingml/2006/main" prst="rect">
            <a:avLst/>
          </a:prstGeom>
          <a:solidFill xmlns:a="http://schemas.openxmlformats.org/drawingml/2006/main">
            <a:srgbClr val="E4E5E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CD30E0-0FC7-42BE-A6B2-B6D948D366BE}"/>
              </a:ext>
            </a:extLst>
          </p:cNvPr>
          <p:cNvSpPr>
            <a:spLocks xmlns:a="http://schemas.openxmlformats.org/drawingml/2006/main" noGrp="1"/>
          </p:cNvSpPr>
          <p:nvPr/>
        </p:nvSpPr>
        <p:spPr>
          <a:xfrm xmlns:a="http://schemas.openxmlformats.org/drawingml/2006/main">
            <a:off x="8048625" y="48387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655DEB"/>
                </a:solidFill>
                <a:latin typeface="Segoe UI"/>
                <a:ea typeface="Segoe UI"/>
                <a:cs typeface="Segoe UI"/>
              </a:defRPr>
            </a:defPPr>
            <a:lvl1pPr algn="l">
              <a:defRPr sz="1200" b="1">
                <a:solidFill>
                  <a:srgbClr val="655DEB"/>
                </a:solidFill>
                <a:latin typeface="Segoe UI"/>
                <a:ea typeface="Segoe UI"/>
                <a:cs typeface="Segoe UI"/>
              </a:defRPr>
            </a:lvl1pPr>
            <a:lvl2pPr algn="l">
              <a:defRPr sz="1200" b="1">
                <a:solidFill>
                  <a:srgbClr val="655DEB"/>
                </a:solidFill>
                <a:latin typeface="Segoe UI"/>
                <a:ea typeface="Segoe UI"/>
                <a:cs typeface="Segoe UI"/>
              </a:defRPr>
            </a:lvl2pPr>
            <a:lvl3pPr algn="l">
              <a:defRPr sz="1200" b="1">
                <a:solidFill>
                  <a:srgbClr val="655DEB"/>
                </a:solidFill>
                <a:latin typeface="Segoe UI"/>
                <a:ea typeface="Segoe UI"/>
                <a:cs typeface="Segoe UI"/>
              </a:defRPr>
            </a:lvl3pPr>
            <a:lvl4pPr algn="l">
              <a:defRPr sz="1200" b="1">
                <a:solidFill>
                  <a:srgbClr val="655DEB"/>
                </a:solidFill>
                <a:latin typeface="Segoe UI"/>
                <a:ea typeface="Segoe UI"/>
                <a:cs typeface="Segoe UI"/>
              </a:defRPr>
            </a:lvl4pPr>
            <a:lvl5pPr algn="l">
              <a:defRPr sz="1200" b="1">
                <a:solidFill>
                  <a:srgbClr val="655DEB"/>
                </a:solidFill>
                <a:latin typeface="Segoe UI"/>
                <a:ea typeface="Segoe UI"/>
                <a:cs typeface="Segoe UI"/>
              </a:defRPr>
            </a:lvl5pPr>
            <a:lvl6pPr algn="l">
              <a:defRPr sz="1200" b="1">
                <a:solidFill>
                  <a:srgbClr val="655DEB"/>
                </a:solidFill>
                <a:latin typeface="Segoe UI"/>
                <a:ea typeface="Segoe UI"/>
                <a:cs typeface="Segoe UI"/>
              </a:defRPr>
            </a:lvl6pPr>
            <a:lvl7pPr algn="l">
              <a:defRPr sz="1200" b="1">
                <a:solidFill>
                  <a:srgbClr val="655DEB"/>
                </a:solidFill>
                <a:latin typeface="Segoe UI"/>
                <a:ea typeface="Segoe UI"/>
                <a:cs typeface="Segoe UI"/>
              </a:defRPr>
            </a:lvl7pPr>
            <a:lvl8pPr algn="l">
              <a:defRPr sz="1200" b="1">
                <a:solidFill>
                  <a:srgbClr val="655DEB"/>
                </a:solidFill>
                <a:latin typeface="Segoe UI"/>
                <a:ea typeface="Segoe UI"/>
                <a:cs typeface="Segoe UI"/>
              </a:defRPr>
            </a:lvl8pPr>
            <a:lvl9pPr algn="l">
              <a:defRPr sz="1200" b="1">
                <a:solidFill>
                  <a:srgbClr val="655DEB"/>
                </a:solidFill>
                <a:latin typeface="Segoe UI"/>
                <a:ea typeface="Segoe UI"/>
                <a:cs typeface="Segoe UI"/>
              </a:defRPr>
            </a:lvl9pPr>
          </a:lstStyle>
          <a:p xmlns:a="http://schemas.openxmlformats.org/drawingml/2006/main">
            <a:pPr algn="l">
              <a:defRPr sz="1200" b="1">
                <a:solidFill>
                  <a:srgbClr val="655DEB"/>
                </a:solidFill>
                <a:latin typeface="Segoe UI"/>
                <a:ea typeface="Segoe UI"/>
                <a:cs typeface="Segoe UI"/>
              </a:defRPr>
            </a:pPr>
            <a:r>
              <a:rPr sz="1200" b="1">
                <a:solidFill>
                  <a:srgbClr val="655DEB"/>
                </a:solidFill>
                <a:latin typeface="Segoe UI"/>
                <a:ea typeface="Segoe UI"/>
                <a:cs typeface="Segoe UI"/>
              </a:rPr>
              <a:t>Close with evidence: show the run status and action attempt, then share the manual test tracker.</a:t>
            </a:r>
          </a:p>
        </p:txBody>
      </p:sp>
    </p:spTree>
    <p:extLst>
      <p:ext uri="{BB962C8B-B14F-4D97-AF65-F5344CB8AC3E}">
        <p14:creationId xmlns:p14="http://schemas.microsoft.com/office/powerpoint/2010/main" val="1229037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2026-10-22T06:27:13.9760000Z</dcterms:created>
  <dcterms:modified xsi:type="dcterms:W3CDTF">2026-10-22T06:27:13.9770000Z</dcterms:modified>
</coreProperties>
</file>